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13"/>
  </p:notesMasterIdLst>
  <p:sldIdLst>
    <p:sldId id="256" r:id="rId2"/>
    <p:sldId id="257" r:id="rId3"/>
    <p:sldId id="269" r:id="rId4"/>
    <p:sldId id="258" r:id="rId5"/>
    <p:sldId id="268" r:id="rId6"/>
    <p:sldId id="260" r:id="rId7"/>
    <p:sldId id="261" r:id="rId8"/>
    <p:sldId id="262" r:id="rId9"/>
    <p:sldId id="263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A2FA"/>
    <a:srgbClr val="E069A6"/>
    <a:srgbClr val="333333"/>
    <a:srgbClr val="F10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5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53528A-5699-4009-8232-A9A7D16A2F0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19E4DA-48B2-4516-9FD9-BA65A0C428BB}">
      <dgm:prSet/>
      <dgm:spPr/>
      <dgm:t>
        <a:bodyPr/>
        <a:lstStyle/>
        <a:p>
          <a:r>
            <a:rPr lang="en-US"/>
            <a:t>Preprocessing:</a:t>
          </a:r>
        </a:p>
      </dgm:t>
    </dgm:pt>
    <dgm:pt modelId="{5E18575C-656A-4E69-8DF0-5FE9E2EB1792}" type="parTrans" cxnId="{EAA54E2A-58F5-4B12-AD14-68DD8FCBE500}">
      <dgm:prSet/>
      <dgm:spPr/>
      <dgm:t>
        <a:bodyPr/>
        <a:lstStyle/>
        <a:p>
          <a:endParaRPr lang="en-US"/>
        </a:p>
      </dgm:t>
    </dgm:pt>
    <dgm:pt modelId="{216A4353-BB7A-411A-BDD5-39078EE94849}" type="sibTrans" cxnId="{EAA54E2A-58F5-4B12-AD14-68DD8FCBE500}">
      <dgm:prSet/>
      <dgm:spPr/>
      <dgm:t>
        <a:bodyPr/>
        <a:lstStyle/>
        <a:p>
          <a:endParaRPr lang="en-US"/>
        </a:p>
      </dgm:t>
    </dgm:pt>
    <dgm:pt modelId="{712D0E32-0B7C-4249-BF26-7310A7BD23A3}">
      <dgm:prSet/>
      <dgm:spPr/>
      <dgm:t>
        <a:bodyPr/>
        <a:lstStyle/>
        <a:p>
          <a:r>
            <a:rPr lang="en-US" dirty="0"/>
            <a:t>Resize images to 128x128 pixels and convert to NumPy arrays</a:t>
          </a:r>
        </a:p>
      </dgm:t>
    </dgm:pt>
    <dgm:pt modelId="{890938E8-24BB-4431-BFF6-B9B72F09FDB4}" type="parTrans" cxnId="{02ED55B7-E79A-4046-A19C-5D80A37EC126}">
      <dgm:prSet/>
      <dgm:spPr/>
      <dgm:t>
        <a:bodyPr/>
        <a:lstStyle/>
        <a:p>
          <a:endParaRPr lang="en-US"/>
        </a:p>
      </dgm:t>
    </dgm:pt>
    <dgm:pt modelId="{CED2768E-2447-49AD-B0E5-035C57A9CDA9}" type="sibTrans" cxnId="{02ED55B7-E79A-4046-A19C-5D80A37EC126}">
      <dgm:prSet/>
      <dgm:spPr/>
      <dgm:t>
        <a:bodyPr/>
        <a:lstStyle/>
        <a:p>
          <a:endParaRPr lang="en-US"/>
        </a:p>
      </dgm:t>
    </dgm:pt>
    <dgm:pt modelId="{7838634E-6D25-4136-98AD-720664C49D99}">
      <dgm:prSet/>
      <dgm:spPr/>
      <dgm:t>
        <a:bodyPr/>
        <a:lstStyle/>
        <a:p>
          <a:r>
            <a:rPr lang="en-US" dirty="0"/>
            <a:t>Data augmentation: random flip, rotation, zoom, contrast</a:t>
          </a:r>
        </a:p>
      </dgm:t>
    </dgm:pt>
    <dgm:pt modelId="{3552D73E-350D-4B06-9924-11959C145271}" type="parTrans" cxnId="{DF67F8A6-A1B6-4424-8665-9B4D3571B76B}">
      <dgm:prSet/>
      <dgm:spPr/>
      <dgm:t>
        <a:bodyPr/>
        <a:lstStyle/>
        <a:p>
          <a:endParaRPr lang="en-US"/>
        </a:p>
      </dgm:t>
    </dgm:pt>
    <dgm:pt modelId="{486029D7-32C3-4C5B-BB63-71F3E3731C90}" type="sibTrans" cxnId="{DF67F8A6-A1B6-4424-8665-9B4D3571B76B}">
      <dgm:prSet/>
      <dgm:spPr/>
      <dgm:t>
        <a:bodyPr/>
        <a:lstStyle/>
        <a:p>
          <a:endParaRPr lang="en-US"/>
        </a:p>
      </dgm:t>
    </dgm:pt>
    <dgm:pt modelId="{24EBC0FD-FC2F-4DCB-913D-9037FB42D679}">
      <dgm:prSet/>
      <dgm:spPr/>
      <dgm:t>
        <a:bodyPr/>
        <a:lstStyle/>
        <a:p>
          <a:endParaRPr lang="en-US" dirty="0"/>
        </a:p>
      </dgm:t>
    </dgm:pt>
    <dgm:pt modelId="{F38E0E1B-191C-4E4F-A468-ABB76FA5072B}" type="parTrans" cxnId="{23AC2697-4C06-483B-BA07-5D82B37EFE42}">
      <dgm:prSet/>
      <dgm:spPr/>
      <dgm:t>
        <a:bodyPr/>
        <a:lstStyle/>
        <a:p>
          <a:endParaRPr lang="en-US"/>
        </a:p>
      </dgm:t>
    </dgm:pt>
    <dgm:pt modelId="{532FA85B-FA16-42D2-9574-10CD6EDA1807}" type="sibTrans" cxnId="{23AC2697-4C06-483B-BA07-5D82B37EFE42}">
      <dgm:prSet/>
      <dgm:spPr/>
      <dgm:t>
        <a:bodyPr/>
        <a:lstStyle/>
        <a:p>
          <a:endParaRPr lang="en-US"/>
        </a:p>
      </dgm:t>
    </dgm:pt>
    <dgm:pt modelId="{A09D8F10-C15B-4655-8D14-5BC2471ADE42}">
      <dgm:prSet/>
      <dgm:spPr/>
      <dgm:t>
        <a:bodyPr/>
        <a:lstStyle/>
        <a:p>
          <a:r>
            <a:rPr lang="en-US"/>
            <a:t>The chosen models:</a:t>
          </a:r>
        </a:p>
      </dgm:t>
    </dgm:pt>
    <dgm:pt modelId="{E0D13F56-8BAD-404B-9EF9-FA4FA0EFF0FD}" type="parTrans" cxnId="{BA1C3A3C-0B3A-4E7C-9475-8A6E984D2EC4}">
      <dgm:prSet/>
      <dgm:spPr/>
      <dgm:t>
        <a:bodyPr/>
        <a:lstStyle/>
        <a:p>
          <a:endParaRPr lang="en-US"/>
        </a:p>
      </dgm:t>
    </dgm:pt>
    <dgm:pt modelId="{3ACC565C-40DD-4066-91E8-BD8CC1A01B2D}" type="sibTrans" cxnId="{BA1C3A3C-0B3A-4E7C-9475-8A6E984D2EC4}">
      <dgm:prSet/>
      <dgm:spPr/>
      <dgm:t>
        <a:bodyPr/>
        <a:lstStyle/>
        <a:p>
          <a:endParaRPr lang="en-US"/>
        </a:p>
      </dgm:t>
    </dgm:pt>
    <dgm:pt modelId="{8A129C0B-C660-4EB8-B0D0-600E7A9C908D}">
      <dgm:prSet/>
      <dgm:spPr/>
      <dgm:t>
        <a:bodyPr/>
        <a:lstStyle/>
        <a:p>
          <a:r>
            <a:rPr lang="en-US" dirty="0"/>
            <a:t>Simple, convolution-free neural network (MLP)</a:t>
          </a:r>
        </a:p>
      </dgm:t>
    </dgm:pt>
    <dgm:pt modelId="{B765BB7C-1F86-4926-9B05-FEEB67EB4D12}" type="parTrans" cxnId="{D7933426-0622-4F77-86B1-4C28EB157649}">
      <dgm:prSet/>
      <dgm:spPr/>
      <dgm:t>
        <a:bodyPr/>
        <a:lstStyle/>
        <a:p>
          <a:endParaRPr lang="en-US"/>
        </a:p>
      </dgm:t>
    </dgm:pt>
    <dgm:pt modelId="{CA0999D9-DE3E-4F5A-A470-34607B23D0B3}" type="sibTrans" cxnId="{D7933426-0622-4F77-86B1-4C28EB157649}">
      <dgm:prSet/>
      <dgm:spPr/>
      <dgm:t>
        <a:bodyPr/>
        <a:lstStyle/>
        <a:p>
          <a:endParaRPr lang="en-US"/>
        </a:p>
      </dgm:t>
    </dgm:pt>
    <dgm:pt modelId="{0D823278-1712-463B-B5DB-CB2D57E4FDE0}">
      <dgm:prSet/>
      <dgm:spPr/>
      <dgm:t>
        <a:bodyPr/>
        <a:lstStyle/>
        <a:p>
          <a:r>
            <a:rPr lang="en-US" dirty="0"/>
            <a:t>Convolutional neural network</a:t>
          </a:r>
        </a:p>
      </dgm:t>
    </dgm:pt>
    <dgm:pt modelId="{69FB80CF-2406-4AFD-8FB7-7EBF4D309C04}" type="parTrans" cxnId="{2AAC37C1-5E0A-4A8D-A43D-85C9676AC9B7}">
      <dgm:prSet/>
      <dgm:spPr/>
      <dgm:t>
        <a:bodyPr/>
        <a:lstStyle/>
        <a:p>
          <a:endParaRPr lang="en-US"/>
        </a:p>
      </dgm:t>
    </dgm:pt>
    <dgm:pt modelId="{7C29C6AF-2FD3-4948-AF1B-BE2544C4D816}" type="sibTrans" cxnId="{2AAC37C1-5E0A-4A8D-A43D-85C9676AC9B7}">
      <dgm:prSet/>
      <dgm:spPr/>
      <dgm:t>
        <a:bodyPr/>
        <a:lstStyle/>
        <a:p>
          <a:endParaRPr lang="en-US"/>
        </a:p>
      </dgm:t>
    </dgm:pt>
    <dgm:pt modelId="{D78A56A5-E3E1-4B56-B441-AB4BD29A1E06}">
      <dgm:prSet/>
      <dgm:spPr/>
      <dgm:t>
        <a:bodyPr/>
        <a:lstStyle/>
        <a:p>
          <a:r>
            <a:rPr lang="en-US" dirty="0"/>
            <a:t>Transfer learning model (DenseNet121)</a:t>
          </a:r>
        </a:p>
      </dgm:t>
    </dgm:pt>
    <dgm:pt modelId="{7E7671BF-E9BC-4B3F-B927-10CC7CA99399}" type="parTrans" cxnId="{C5ABBF8E-D544-426F-9AF7-32E2E98D23F1}">
      <dgm:prSet/>
      <dgm:spPr/>
      <dgm:t>
        <a:bodyPr/>
        <a:lstStyle/>
        <a:p>
          <a:endParaRPr lang="en-US"/>
        </a:p>
      </dgm:t>
    </dgm:pt>
    <dgm:pt modelId="{0451CAC0-95E8-4004-A0E7-F17F97586A8A}" type="sibTrans" cxnId="{C5ABBF8E-D544-426F-9AF7-32E2E98D23F1}">
      <dgm:prSet/>
      <dgm:spPr/>
      <dgm:t>
        <a:bodyPr/>
        <a:lstStyle/>
        <a:p>
          <a:endParaRPr lang="en-US"/>
        </a:p>
      </dgm:t>
    </dgm:pt>
    <dgm:pt modelId="{55490F90-CB4B-4D8C-8729-26CDEA6FA54B}">
      <dgm:prSet/>
      <dgm:spPr/>
      <dgm:t>
        <a:bodyPr/>
        <a:lstStyle/>
        <a:p>
          <a:r>
            <a:rPr lang="en-US" dirty="0"/>
            <a:t>Evaluation metrics:</a:t>
          </a:r>
        </a:p>
      </dgm:t>
    </dgm:pt>
    <dgm:pt modelId="{28E6431E-044E-4923-AFA5-1FD47CB812D6}" type="parTrans" cxnId="{E18E48D8-11BF-4529-B0AD-82861B1AA8E1}">
      <dgm:prSet/>
      <dgm:spPr/>
      <dgm:t>
        <a:bodyPr/>
        <a:lstStyle/>
        <a:p>
          <a:endParaRPr lang="en-US"/>
        </a:p>
      </dgm:t>
    </dgm:pt>
    <dgm:pt modelId="{43F00D23-E55C-4158-ABF6-96546453A873}" type="sibTrans" cxnId="{E18E48D8-11BF-4529-B0AD-82861B1AA8E1}">
      <dgm:prSet/>
      <dgm:spPr/>
      <dgm:t>
        <a:bodyPr/>
        <a:lstStyle/>
        <a:p>
          <a:endParaRPr lang="en-US"/>
        </a:p>
      </dgm:t>
    </dgm:pt>
    <dgm:pt modelId="{2B98EE6D-D0F9-4C70-BE73-ADD72B4EBDB8}">
      <dgm:prSet/>
      <dgm:spPr/>
      <dgm:t>
        <a:bodyPr/>
        <a:lstStyle/>
        <a:p>
          <a:r>
            <a:rPr lang="en-US" dirty="0"/>
            <a:t>Recall/Precision/Accuracy</a:t>
          </a:r>
        </a:p>
      </dgm:t>
    </dgm:pt>
    <dgm:pt modelId="{8AF4753C-5257-4AAB-BFDC-47759CD2351C}" type="parTrans" cxnId="{58D06AB3-1587-4BA5-984F-4697DDAAD01A}">
      <dgm:prSet/>
      <dgm:spPr/>
      <dgm:t>
        <a:bodyPr/>
        <a:lstStyle/>
        <a:p>
          <a:endParaRPr lang="en-US"/>
        </a:p>
      </dgm:t>
    </dgm:pt>
    <dgm:pt modelId="{74861803-7291-4C92-A201-7CD0D48637CA}" type="sibTrans" cxnId="{58D06AB3-1587-4BA5-984F-4697DDAAD01A}">
      <dgm:prSet/>
      <dgm:spPr/>
      <dgm:t>
        <a:bodyPr/>
        <a:lstStyle/>
        <a:p>
          <a:endParaRPr lang="en-US"/>
        </a:p>
      </dgm:t>
    </dgm:pt>
    <dgm:pt modelId="{FEC14FF2-759E-47A6-B817-87DB18965F9B}">
      <dgm:prSet/>
      <dgm:spPr/>
      <dgm:t>
        <a:bodyPr/>
        <a:lstStyle/>
        <a:p>
          <a:r>
            <a:rPr lang="en-US" dirty="0"/>
            <a:t>Confusion matrices</a:t>
          </a:r>
        </a:p>
      </dgm:t>
    </dgm:pt>
    <dgm:pt modelId="{3C363EB8-0371-4120-9D56-CAE9F3DB5A44}" type="parTrans" cxnId="{16306C5F-86A9-48EC-8AF0-DFA7FC1B5244}">
      <dgm:prSet/>
      <dgm:spPr/>
      <dgm:t>
        <a:bodyPr/>
        <a:lstStyle/>
        <a:p>
          <a:endParaRPr lang="en-US"/>
        </a:p>
      </dgm:t>
    </dgm:pt>
    <dgm:pt modelId="{CE03CFD0-2048-4FE4-AE6F-F56456FCF892}" type="sibTrans" cxnId="{16306C5F-86A9-48EC-8AF0-DFA7FC1B5244}">
      <dgm:prSet/>
      <dgm:spPr/>
      <dgm:t>
        <a:bodyPr/>
        <a:lstStyle/>
        <a:p>
          <a:endParaRPr lang="en-US"/>
        </a:p>
      </dgm:t>
    </dgm:pt>
    <dgm:pt modelId="{32ECCF07-154A-4906-AF48-F86491B8FBDF}">
      <dgm:prSet/>
      <dgm:spPr/>
      <dgm:t>
        <a:bodyPr/>
        <a:lstStyle/>
        <a:p>
          <a:endParaRPr lang="en-US" dirty="0"/>
        </a:p>
      </dgm:t>
    </dgm:pt>
    <dgm:pt modelId="{7BDF3D34-277A-4512-A2BC-F8091DCA7FCE}" type="parTrans" cxnId="{AF3AB1D1-E053-42B7-A549-67E11947B26C}">
      <dgm:prSet/>
      <dgm:spPr/>
      <dgm:t>
        <a:bodyPr/>
        <a:lstStyle/>
        <a:p>
          <a:endParaRPr lang="en-US"/>
        </a:p>
      </dgm:t>
    </dgm:pt>
    <dgm:pt modelId="{3F508D28-8B31-4148-ABE7-F37A3C5CB359}" type="sibTrans" cxnId="{AF3AB1D1-E053-42B7-A549-67E11947B26C}">
      <dgm:prSet/>
      <dgm:spPr/>
      <dgm:t>
        <a:bodyPr/>
        <a:lstStyle/>
        <a:p>
          <a:endParaRPr lang="en-US"/>
        </a:p>
      </dgm:t>
    </dgm:pt>
    <dgm:pt modelId="{6A0A7602-C7CD-4B6E-8F58-FA6B6C267068}" type="pres">
      <dgm:prSet presAssocID="{7453528A-5699-4009-8232-A9A7D16A2F0E}" presName="vert0" presStyleCnt="0">
        <dgm:presLayoutVars>
          <dgm:dir/>
          <dgm:animOne val="branch"/>
          <dgm:animLvl val="lvl"/>
        </dgm:presLayoutVars>
      </dgm:prSet>
      <dgm:spPr/>
    </dgm:pt>
    <dgm:pt modelId="{DFC0A97C-95FC-4856-9E32-9E75ECD0B64E}" type="pres">
      <dgm:prSet presAssocID="{0719E4DA-48B2-4516-9FD9-BA65A0C428BB}" presName="thickLine" presStyleLbl="alignNode1" presStyleIdx="0" presStyleCnt="3"/>
      <dgm:spPr/>
    </dgm:pt>
    <dgm:pt modelId="{DB4F02DE-3056-4960-A3C9-36C6CCAC07AB}" type="pres">
      <dgm:prSet presAssocID="{0719E4DA-48B2-4516-9FD9-BA65A0C428BB}" presName="horz1" presStyleCnt="0"/>
      <dgm:spPr/>
    </dgm:pt>
    <dgm:pt modelId="{2ED05C84-FFB6-4954-B133-110EE9B391C6}" type="pres">
      <dgm:prSet presAssocID="{0719E4DA-48B2-4516-9FD9-BA65A0C428BB}" presName="tx1" presStyleLbl="revTx" presStyleIdx="0" presStyleCnt="12"/>
      <dgm:spPr/>
    </dgm:pt>
    <dgm:pt modelId="{02C8FE26-DBEE-44A2-B4CE-A584DAFBD7A8}" type="pres">
      <dgm:prSet presAssocID="{0719E4DA-48B2-4516-9FD9-BA65A0C428BB}" presName="vert1" presStyleCnt="0"/>
      <dgm:spPr/>
    </dgm:pt>
    <dgm:pt modelId="{8628B267-DB15-4BC2-8678-35C73B5FD41F}" type="pres">
      <dgm:prSet presAssocID="{712D0E32-0B7C-4249-BF26-7310A7BD23A3}" presName="vertSpace2a" presStyleCnt="0"/>
      <dgm:spPr/>
    </dgm:pt>
    <dgm:pt modelId="{B0C276D8-DD0F-4C23-B90F-23D02D899B6C}" type="pres">
      <dgm:prSet presAssocID="{712D0E32-0B7C-4249-BF26-7310A7BD23A3}" presName="horz2" presStyleCnt="0"/>
      <dgm:spPr/>
    </dgm:pt>
    <dgm:pt modelId="{18BB0DBC-9729-4E2D-AE6A-E02006E32B4B}" type="pres">
      <dgm:prSet presAssocID="{712D0E32-0B7C-4249-BF26-7310A7BD23A3}" presName="horzSpace2" presStyleCnt="0"/>
      <dgm:spPr/>
    </dgm:pt>
    <dgm:pt modelId="{8BCA31D5-56F8-435D-ACE9-FD73998F8155}" type="pres">
      <dgm:prSet presAssocID="{712D0E32-0B7C-4249-BF26-7310A7BD23A3}" presName="tx2" presStyleLbl="revTx" presStyleIdx="1" presStyleCnt="12"/>
      <dgm:spPr/>
    </dgm:pt>
    <dgm:pt modelId="{A7778759-0E70-47F5-A66A-001294A7F6E1}" type="pres">
      <dgm:prSet presAssocID="{712D0E32-0B7C-4249-BF26-7310A7BD23A3}" presName="vert2" presStyleCnt="0"/>
      <dgm:spPr/>
    </dgm:pt>
    <dgm:pt modelId="{7C113161-21E0-4598-909E-313391E0A2F9}" type="pres">
      <dgm:prSet presAssocID="{712D0E32-0B7C-4249-BF26-7310A7BD23A3}" presName="thinLine2b" presStyleLbl="callout" presStyleIdx="0" presStyleCnt="9"/>
      <dgm:spPr/>
    </dgm:pt>
    <dgm:pt modelId="{8A75DB01-D7D0-4101-B1FC-7BD69453912F}" type="pres">
      <dgm:prSet presAssocID="{712D0E32-0B7C-4249-BF26-7310A7BD23A3}" presName="vertSpace2b" presStyleCnt="0"/>
      <dgm:spPr/>
    </dgm:pt>
    <dgm:pt modelId="{6899F355-3FB4-4006-A767-C45258225D6A}" type="pres">
      <dgm:prSet presAssocID="{7838634E-6D25-4136-98AD-720664C49D99}" presName="horz2" presStyleCnt="0"/>
      <dgm:spPr/>
    </dgm:pt>
    <dgm:pt modelId="{DB390C3E-75C4-4CDA-8688-478403874816}" type="pres">
      <dgm:prSet presAssocID="{7838634E-6D25-4136-98AD-720664C49D99}" presName="horzSpace2" presStyleCnt="0"/>
      <dgm:spPr/>
    </dgm:pt>
    <dgm:pt modelId="{913D44F2-C8F1-4CDA-AAF0-37D743E1A5BD}" type="pres">
      <dgm:prSet presAssocID="{7838634E-6D25-4136-98AD-720664C49D99}" presName="tx2" presStyleLbl="revTx" presStyleIdx="2" presStyleCnt="12"/>
      <dgm:spPr/>
    </dgm:pt>
    <dgm:pt modelId="{7ACD3AED-2845-45D7-8732-8A555F697EBD}" type="pres">
      <dgm:prSet presAssocID="{7838634E-6D25-4136-98AD-720664C49D99}" presName="vert2" presStyleCnt="0"/>
      <dgm:spPr/>
    </dgm:pt>
    <dgm:pt modelId="{4561DF28-E7FA-4DE8-AA2B-93323552C4EB}" type="pres">
      <dgm:prSet presAssocID="{7838634E-6D25-4136-98AD-720664C49D99}" presName="thinLine2b" presStyleLbl="callout" presStyleIdx="1" presStyleCnt="9"/>
      <dgm:spPr/>
    </dgm:pt>
    <dgm:pt modelId="{FAF3E583-99C1-4A4F-AC8F-796C66D0EDA2}" type="pres">
      <dgm:prSet presAssocID="{7838634E-6D25-4136-98AD-720664C49D99}" presName="vertSpace2b" presStyleCnt="0"/>
      <dgm:spPr/>
    </dgm:pt>
    <dgm:pt modelId="{463D936E-FCB6-410A-8D74-3A4CC321FE9F}" type="pres">
      <dgm:prSet presAssocID="{24EBC0FD-FC2F-4DCB-913D-9037FB42D679}" presName="horz2" presStyleCnt="0"/>
      <dgm:spPr/>
    </dgm:pt>
    <dgm:pt modelId="{4D79F6AD-253D-4171-B07C-5308EB56FF6B}" type="pres">
      <dgm:prSet presAssocID="{24EBC0FD-FC2F-4DCB-913D-9037FB42D679}" presName="horzSpace2" presStyleCnt="0"/>
      <dgm:spPr/>
    </dgm:pt>
    <dgm:pt modelId="{A16516BD-D492-47C6-9137-38623469DBB7}" type="pres">
      <dgm:prSet presAssocID="{24EBC0FD-FC2F-4DCB-913D-9037FB42D679}" presName="tx2" presStyleLbl="revTx" presStyleIdx="3" presStyleCnt="12"/>
      <dgm:spPr/>
    </dgm:pt>
    <dgm:pt modelId="{5986368D-B216-4B2A-AA2C-2276C3C5F966}" type="pres">
      <dgm:prSet presAssocID="{24EBC0FD-FC2F-4DCB-913D-9037FB42D679}" presName="vert2" presStyleCnt="0"/>
      <dgm:spPr/>
    </dgm:pt>
    <dgm:pt modelId="{D264E2BC-98C8-4EB4-9C60-05ED093D956F}" type="pres">
      <dgm:prSet presAssocID="{24EBC0FD-FC2F-4DCB-913D-9037FB42D679}" presName="thinLine2b" presStyleLbl="callout" presStyleIdx="2" presStyleCnt="9"/>
      <dgm:spPr/>
    </dgm:pt>
    <dgm:pt modelId="{99EC7EEC-E6F4-402E-AB76-CC9353B58314}" type="pres">
      <dgm:prSet presAssocID="{24EBC0FD-FC2F-4DCB-913D-9037FB42D679}" presName="vertSpace2b" presStyleCnt="0"/>
      <dgm:spPr/>
    </dgm:pt>
    <dgm:pt modelId="{4E2FEFA0-5422-4B24-81AE-69E09F3AE6FD}" type="pres">
      <dgm:prSet presAssocID="{A09D8F10-C15B-4655-8D14-5BC2471ADE42}" presName="thickLine" presStyleLbl="alignNode1" presStyleIdx="1" presStyleCnt="3"/>
      <dgm:spPr/>
    </dgm:pt>
    <dgm:pt modelId="{9FF31946-9292-4D8B-86B1-1FDAEA4B8030}" type="pres">
      <dgm:prSet presAssocID="{A09D8F10-C15B-4655-8D14-5BC2471ADE42}" presName="horz1" presStyleCnt="0"/>
      <dgm:spPr/>
    </dgm:pt>
    <dgm:pt modelId="{534A8B57-563B-4E22-B32D-88A1F9C6B918}" type="pres">
      <dgm:prSet presAssocID="{A09D8F10-C15B-4655-8D14-5BC2471ADE42}" presName="tx1" presStyleLbl="revTx" presStyleIdx="4" presStyleCnt="12"/>
      <dgm:spPr/>
    </dgm:pt>
    <dgm:pt modelId="{695DA832-BA12-462E-B28F-BAC0B0AC0E14}" type="pres">
      <dgm:prSet presAssocID="{A09D8F10-C15B-4655-8D14-5BC2471ADE42}" presName="vert1" presStyleCnt="0"/>
      <dgm:spPr/>
    </dgm:pt>
    <dgm:pt modelId="{368F30A4-DA6F-4BB4-AE7F-2FE19BD87D2F}" type="pres">
      <dgm:prSet presAssocID="{8A129C0B-C660-4EB8-B0D0-600E7A9C908D}" presName="vertSpace2a" presStyleCnt="0"/>
      <dgm:spPr/>
    </dgm:pt>
    <dgm:pt modelId="{2DEAB5C5-106C-4522-BD8C-439AD00724C0}" type="pres">
      <dgm:prSet presAssocID="{8A129C0B-C660-4EB8-B0D0-600E7A9C908D}" presName="horz2" presStyleCnt="0"/>
      <dgm:spPr/>
    </dgm:pt>
    <dgm:pt modelId="{FCEBC5AD-2BBC-4A5E-916F-542E9FF94AA5}" type="pres">
      <dgm:prSet presAssocID="{8A129C0B-C660-4EB8-B0D0-600E7A9C908D}" presName="horzSpace2" presStyleCnt="0"/>
      <dgm:spPr/>
    </dgm:pt>
    <dgm:pt modelId="{698D6C58-4ACB-48F4-996D-777E030043E2}" type="pres">
      <dgm:prSet presAssocID="{8A129C0B-C660-4EB8-B0D0-600E7A9C908D}" presName="tx2" presStyleLbl="revTx" presStyleIdx="5" presStyleCnt="12"/>
      <dgm:spPr/>
    </dgm:pt>
    <dgm:pt modelId="{913399F0-DE38-4352-94E4-F9519178C6BE}" type="pres">
      <dgm:prSet presAssocID="{8A129C0B-C660-4EB8-B0D0-600E7A9C908D}" presName="vert2" presStyleCnt="0"/>
      <dgm:spPr/>
    </dgm:pt>
    <dgm:pt modelId="{B84946AB-6DB6-4E36-8416-25C6CD7E40B4}" type="pres">
      <dgm:prSet presAssocID="{8A129C0B-C660-4EB8-B0D0-600E7A9C908D}" presName="thinLine2b" presStyleLbl="callout" presStyleIdx="3" presStyleCnt="9"/>
      <dgm:spPr/>
    </dgm:pt>
    <dgm:pt modelId="{2ABCDC2E-FDFF-4CE9-A395-A78D27E15C5C}" type="pres">
      <dgm:prSet presAssocID="{8A129C0B-C660-4EB8-B0D0-600E7A9C908D}" presName="vertSpace2b" presStyleCnt="0"/>
      <dgm:spPr/>
    </dgm:pt>
    <dgm:pt modelId="{A0192A34-5DC0-4BCB-AC6B-12DAC4A50529}" type="pres">
      <dgm:prSet presAssocID="{0D823278-1712-463B-B5DB-CB2D57E4FDE0}" presName="horz2" presStyleCnt="0"/>
      <dgm:spPr/>
    </dgm:pt>
    <dgm:pt modelId="{AA1F66CB-25BD-4CB1-A5CB-124DD2E7DF05}" type="pres">
      <dgm:prSet presAssocID="{0D823278-1712-463B-B5DB-CB2D57E4FDE0}" presName="horzSpace2" presStyleCnt="0"/>
      <dgm:spPr/>
    </dgm:pt>
    <dgm:pt modelId="{C602E54F-81D7-4662-A11C-6EFAA1DBCC31}" type="pres">
      <dgm:prSet presAssocID="{0D823278-1712-463B-B5DB-CB2D57E4FDE0}" presName="tx2" presStyleLbl="revTx" presStyleIdx="6" presStyleCnt="12"/>
      <dgm:spPr/>
    </dgm:pt>
    <dgm:pt modelId="{1D32CDC7-8050-4478-A472-FAD8847ACAD7}" type="pres">
      <dgm:prSet presAssocID="{0D823278-1712-463B-B5DB-CB2D57E4FDE0}" presName="vert2" presStyleCnt="0"/>
      <dgm:spPr/>
    </dgm:pt>
    <dgm:pt modelId="{1C9D7D4D-BA98-4E19-810D-DD6F714128AC}" type="pres">
      <dgm:prSet presAssocID="{0D823278-1712-463B-B5DB-CB2D57E4FDE0}" presName="thinLine2b" presStyleLbl="callout" presStyleIdx="4" presStyleCnt="9"/>
      <dgm:spPr/>
    </dgm:pt>
    <dgm:pt modelId="{D761B136-E0D8-40C7-9A65-94BD9541DD33}" type="pres">
      <dgm:prSet presAssocID="{0D823278-1712-463B-B5DB-CB2D57E4FDE0}" presName="vertSpace2b" presStyleCnt="0"/>
      <dgm:spPr/>
    </dgm:pt>
    <dgm:pt modelId="{5145994F-49DD-4983-970B-267ACCADA68A}" type="pres">
      <dgm:prSet presAssocID="{D78A56A5-E3E1-4B56-B441-AB4BD29A1E06}" presName="horz2" presStyleCnt="0"/>
      <dgm:spPr/>
    </dgm:pt>
    <dgm:pt modelId="{BC62CF24-FE6C-4D88-BDB7-4C43E2AE50E9}" type="pres">
      <dgm:prSet presAssocID="{D78A56A5-E3E1-4B56-B441-AB4BD29A1E06}" presName="horzSpace2" presStyleCnt="0"/>
      <dgm:spPr/>
    </dgm:pt>
    <dgm:pt modelId="{40CFE35E-3B23-457D-B2D7-C374329956C0}" type="pres">
      <dgm:prSet presAssocID="{D78A56A5-E3E1-4B56-B441-AB4BD29A1E06}" presName="tx2" presStyleLbl="revTx" presStyleIdx="7" presStyleCnt="12"/>
      <dgm:spPr/>
    </dgm:pt>
    <dgm:pt modelId="{C00FEA53-B135-4E6A-B876-C93011E88495}" type="pres">
      <dgm:prSet presAssocID="{D78A56A5-E3E1-4B56-B441-AB4BD29A1E06}" presName="vert2" presStyleCnt="0"/>
      <dgm:spPr/>
    </dgm:pt>
    <dgm:pt modelId="{68FC58E4-9739-4A9F-956B-1C11A7B93027}" type="pres">
      <dgm:prSet presAssocID="{D78A56A5-E3E1-4B56-B441-AB4BD29A1E06}" presName="thinLine2b" presStyleLbl="callout" presStyleIdx="5" presStyleCnt="9"/>
      <dgm:spPr/>
    </dgm:pt>
    <dgm:pt modelId="{DAA157DD-35B1-4620-9E7C-D78CED407165}" type="pres">
      <dgm:prSet presAssocID="{D78A56A5-E3E1-4B56-B441-AB4BD29A1E06}" presName="vertSpace2b" presStyleCnt="0"/>
      <dgm:spPr/>
    </dgm:pt>
    <dgm:pt modelId="{6D07E16E-65AE-4AB1-AD65-F717BD114AB1}" type="pres">
      <dgm:prSet presAssocID="{55490F90-CB4B-4D8C-8729-26CDEA6FA54B}" presName="thickLine" presStyleLbl="alignNode1" presStyleIdx="2" presStyleCnt="3"/>
      <dgm:spPr/>
    </dgm:pt>
    <dgm:pt modelId="{701605DE-6AF9-4443-929F-89E07B984E97}" type="pres">
      <dgm:prSet presAssocID="{55490F90-CB4B-4D8C-8729-26CDEA6FA54B}" presName="horz1" presStyleCnt="0"/>
      <dgm:spPr/>
    </dgm:pt>
    <dgm:pt modelId="{405CC0BA-E987-4226-9C75-82A11B7D5808}" type="pres">
      <dgm:prSet presAssocID="{55490F90-CB4B-4D8C-8729-26CDEA6FA54B}" presName="tx1" presStyleLbl="revTx" presStyleIdx="8" presStyleCnt="12"/>
      <dgm:spPr/>
    </dgm:pt>
    <dgm:pt modelId="{E17B2263-9A88-42E9-877A-EF001D1BEFD4}" type="pres">
      <dgm:prSet presAssocID="{55490F90-CB4B-4D8C-8729-26CDEA6FA54B}" presName="vert1" presStyleCnt="0"/>
      <dgm:spPr/>
    </dgm:pt>
    <dgm:pt modelId="{A6FDB06D-2A9F-4897-88A1-9CAEB590B71C}" type="pres">
      <dgm:prSet presAssocID="{2B98EE6D-D0F9-4C70-BE73-ADD72B4EBDB8}" presName="vertSpace2a" presStyleCnt="0"/>
      <dgm:spPr/>
    </dgm:pt>
    <dgm:pt modelId="{72278BE1-0DB9-4826-B5E5-7C423A8D3CC8}" type="pres">
      <dgm:prSet presAssocID="{2B98EE6D-D0F9-4C70-BE73-ADD72B4EBDB8}" presName="horz2" presStyleCnt="0"/>
      <dgm:spPr/>
    </dgm:pt>
    <dgm:pt modelId="{CCCE1C5A-C466-4786-ABE1-3296BFA4EF11}" type="pres">
      <dgm:prSet presAssocID="{2B98EE6D-D0F9-4C70-BE73-ADD72B4EBDB8}" presName="horzSpace2" presStyleCnt="0"/>
      <dgm:spPr/>
    </dgm:pt>
    <dgm:pt modelId="{518FF538-9704-40A7-8BE4-0D22F0BAF536}" type="pres">
      <dgm:prSet presAssocID="{2B98EE6D-D0F9-4C70-BE73-ADD72B4EBDB8}" presName="tx2" presStyleLbl="revTx" presStyleIdx="9" presStyleCnt="12"/>
      <dgm:spPr/>
    </dgm:pt>
    <dgm:pt modelId="{0D9F88F6-F1D8-4F0F-BDCC-3C05D7E29405}" type="pres">
      <dgm:prSet presAssocID="{2B98EE6D-D0F9-4C70-BE73-ADD72B4EBDB8}" presName="vert2" presStyleCnt="0"/>
      <dgm:spPr/>
    </dgm:pt>
    <dgm:pt modelId="{59EF4C75-FACE-4DDB-B939-8ED88888E289}" type="pres">
      <dgm:prSet presAssocID="{2B98EE6D-D0F9-4C70-BE73-ADD72B4EBDB8}" presName="thinLine2b" presStyleLbl="callout" presStyleIdx="6" presStyleCnt="9"/>
      <dgm:spPr/>
    </dgm:pt>
    <dgm:pt modelId="{A7174BCE-8C7E-4D99-8039-95E027AA9678}" type="pres">
      <dgm:prSet presAssocID="{2B98EE6D-D0F9-4C70-BE73-ADD72B4EBDB8}" presName="vertSpace2b" presStyleCnt="0"/>
      <dgm:spPr/>
    </dgm:pt>
    <dgm:pt modelId="{D8342E09-BE05-46D1-BD01-4A5C6286E05F}" type="pres">
      <dgm:prSet presAssocID="{FEC14FF2-759E-47A6-B817-87DB18965F9B}" presName="horz2" presStyleCnt="0"/>
      <dgm:spPr/>
    </dgm:pt>
    <dgm:pt modelId="{093F3632-FBD3-4ED4-9EB6-55121F75F78D}" type="pres">
      <dgm:prSet presAssocID="{FEC14FF2-759E-47A6-B817-87DB18965F9B}" presName="horzSpace2" presStyleCnt="0"/>
      <dgm:spPr/>
    </dgm:pt>
    <dgm:pt modelId="{E018BACD-9DF6-4558-B7F3-E682FF698628}" type="pres">
      <dgm:prSet presAssocID="{FEC14FF2-759E-47A6-B817-87DB18965F9B}" presName="tx2" presStyleLbl="revTx" presStyleIdx="10" presStyleCnt="12"/>
      <dgm:spPr/>
    </dgm:pt>
    <dgm:pt modelId="{BD20B4B9-24C6-45CA-B18C-D4EB698D2439}" type="pres">
      <dgm:prSet presAssocID="{FEC14FF2-759E-47A6-B817-87DB18965F9B}" presName="vert2" presStyleCnt="0"/>
      <dgm:spPr/>
    </dgm:pt>
    <dgm:pt modelId="{EC1A59E7-2EC6-4D97-94FB-C90A6CB271B4}" type="pres">
      <dgm:prSet presAssocID="{FEC14FF2-759E-47A6-B817-87DB18965F9B}" presName="thinLine2b" presStyleLbl="callout" presStyleIdx="7" presStyleCnt="9"/>
      <dgm:spPr/>
    </dgm:pt>
    <dgm:pt modelId="{FBC75B6D-5EF1-4290-A52D-1A8E28CF90F8}" type="pres">
      <dgm:prSet presAssocID="{FEC14FF2-759E-47A6-B817-87DB18965F9B}" presName="vertSpace2b" presStyleCnt="0"/>
      <dgm:spPr/>
    </dgm:pt>
    <dgm:pt modelId="{F7C35233-DEBD-4A0A-B615-2107CF7C38FB}" type="pres">
      <dgm:prSet presAssocID="{32ECCF07-154A-4906-AF48-F86491B8FBDF}" presName="horz2" presStyleCnt="0"/>
      <dgm:spPr/>
    </dgm:pt>
    <dgm:pt modelId="{C82D034F-69D5-43E7-A7C1-72DF95084E08}" type="pres">
      <dgm:prSet presAssocID="{32ECCF07-154A-4906-AF48-F86491B8FBDF}" presName="horzSpace2" presStyleCnt="0"/>
      <dgm:spPr/>
    </dgm:pt>
    <dgm:pt modelId="{A576AA1F-590F-40AC-A172-549131D2D160}" type="pres">
      <dgm:prSet presAssocID="{32ECCF07-154A-4906-AF48-F86491B8FBDF}" presName="tx2" presStyleLbl="revTx" presStyleIdx="11" presStyleCnt="12"/>
      <dgm:spPr/>
    </dgm:pt>
    <dgm:pt modelId="{D22B5B14-81B4-4405-8AE3-E34128AA6976}" type="pres">
      <dgm:prSet presAssocID="{32ECCF07-154A-4906-AF48-F86491B8FBDF}" presName="vert2" presStyleCnt="0"/>
      <dgm:spPr/>
    </dgm:pt>
    <dgm:pt modelId="{57B42508-C467-4BCA-9D17-1B430B417CFA}" type="pres">
      <dgm:prSet presAssocID="{32ECCF07-154A-4906-AF48-F86491B8FBDF}" presName="thinLine2b" presStyleLbl="callout" presStyleIdx="8" presStyleCnt="9"/>
      <dgm:spPr/>
    </dgm:pt>
    <dgm:pt modelId="{2B6C28AD-2D8A-4494-BF60-922294F44E5A}" type="pres">
      <dgm:prSet presAssocID="{32ECCF07-154A-4906-AF48-F86491B8FBDF}" presName="vertSpace2b" presStyleCnt="0"/>
      <dgm:spPr/>
    </dgm:pt>
  </dgm:ptLst>
  <dgm:cxnLst>
    <dgm:cxn modelId="{9F927A18-F338-43ED-9DEB-D3D08F200D71}" type="presOf" srcId="{0D823278-1712-463B-B5DB-CB2D57E4FDE0}" destId="{C602E54F-81D7-4662-A11C-6EFAA1DBCC31}" srcOrd="0" destOrd="0" presId="urn:microsoft.com/office/officeart/2008/layout/LinedList"/>
    <dgm:cxn modelId="{D7933426-0622-4F77-86B1-4C28EB157649}" srcId="{A09D8F10-C15B-4655-8D14-5BC2471ADE42}" destId="{8A129C0B-C660-4EB8-B0D0-600E7A9C908D}" srcOrd="0" destOrd="0" parTransId="{B765BB7C-1F86-4926-9B05-FEEB67EB4D12}" sibTransId="{CA0999D9-DE3E-4F5A-A470-34607B23D0B3}"/>
    <dgm:cxn modelId="{EAA54E2A-58F5-4B12-AD14-68DD8FCBE500}" srcId="{7453528A-5699-4009-8232-A9A7D16A2F0E}" destId="{0719E4DA-48B2-4516-9FD9-BA65A0C428BB}" srcOrd="0" destOrd="0" parTransId="{5E18575C-656A-4E69-8DF0-5FE9E2EB1792}" sibTransId="{216A4353-BB7A-411A-BDD5-39078EE94849}"/>
    <dgm:cxn modelId="{C2757A38-9CB9-4425-B1AA-ADB70623CAEE}" type="presOf" srcId="{0719E4DA-48B2-4516-9FD9-BA65A0C428BB}" destId="{2ED05C84-FFB6-4954-B133-110EE9B391C6}" srcOrd="0" destOrd="0" presId="urn:microsoft.com/office/officeart/2008/layout/LinedList"/>
    <dgm:cxn modelId="{BA1C3A3C-0B3A-4E7C-9475-8A6E984D2EC4}" srcId="{7453528A-5699-4009-8232-A9A7D16A2F0E}" destId="{A09D8F10-C15B-4655-8D14-5BC2471ADE42}" srcOrd="1" destOrd="0" parTransId="{E0D13F56-8BAD-404B-9EF9-FA4FA0EFF0FD}" sibTransId="{3ACC565C-40DD-4066-91E8-BD8CC1A01B2D}"/>
    <dgm:cxn modelId="{5F2C205B-98E4-4472-98B8-601527C8DD5F}" type="presOf" srcId="{2B98EE6D-D0F9-4C70-BE73-ADD72B4EBDB8}" destId="{518FF538-9704-40A7-8BE4-0D22F0BAF536}" srcOrd="0" destOrd="0" presId="urn:microsoft.com/office/officeart/2008/layout/LinedList"/>
    <dgm:cxn modelId="{16306C5F-86A9-48EC-8AF0-DFA7FC1B5244}" srcId="{55490F90-CB4B-4D8C-8729-26CDEA6FA54B}" destId="{FEC14FF2-759E-47A6-B817-87DB18965F9B}" srcOrd="1" destOrd="0" parTransId="{3C363EB8-0371-4120-9D56-CAE9F3DB5A44}" sibTransId="{CE03CFD0-2048-4FE4-AE6F-F56456FCF892}"/>
    <dgm:cxn modelId="{52080177-1E90-4583-B160-415F5EDC5142}" type="presOf" srcId="{D78A56A5-E3E1-4B56-B441-AB4BD29A1E06}" destId="{40CFE35E-3B23-457D-B2D7-C374329956C0}" srcOrd="0" destOrd="0" presId="urn:microsoft.com/office/officeart/2008/layout/LinedList"/>
    <dgm:cxn modelId="{885A0E85-0E7E-441B-9192-25EAE5E9CCC5}" type="presOf" srcId="{55490F90-CB4B-4D8C-8729-26CDEA6FA54B}" destId="{405CC0BA-E987-4226-9C75-82A11B7D5808}" srcOrd="0" destOrd="0" presId="urn:microsoft.com/office/officeart/2008/layout/LinedList"/>
    <dgm:cxn modelId="{0DC92B8C-1F5E-4231-865F-C32FBB230ACF}" type="presOf" srcId="{FEC14FF2-759E-47A6-B817-87DB18965F9B}" destId="{E018BACD-9DF6-4558-B7F3-E682FF698628}" srcOrd="0" destOrd="0" presId="urn:microsoft.com/office/officeart/2008/layout/LinedList"/>
    <dgm:cxn modelId="{C5ABBF8E-D544-426F-9AF7-32E2E98D23F1}" srcId="{A09D8F10-C15B-4655-8D14-5BC2471ADE42}" destId="{D78A56A5-E3E1-4B56-B441-AB4BD29A1E06}" srcOrd="2" destOrd="0" parTransId="{7E7671BF-E9BC-4B3F-B927-10CC7CA99399}" sibTransId="{0451CAC0-95E8-4004-A0E7-F17F97586A8A}"/>
    <dgm:cxn modelId="{23AC2697-4C06-483B-BA07-5D82B37EFE42}" srcId="{0719E4DA-48B2-4516-9FD9-BA65A0C428BB}" destId="{24EBC0FD-FC2F-4DCB-913D-9037FB42D679}" srcOrd="2" destOrd="0" parTransId="{F38E0E1B-191C-4E4F-A468-ABB76FA5072B}" sibTransId="{532FA85B-FA16-42D2-9574-10CD6EDA1807}"/>
    <dgm:cxn modelId="{CAF79C97-92C5-4C4B-97E8-1B4DD3E333FD}" type="presOf" srcId="{24EBC0FD-FC2F-4DCB-913D-9037FB42D679}" destId="{A16516BD-D492-47C6-9137-38623469DBB7}" srcOrd="0" destOrd="0" presId="urn:microsoft.com/office/officeart/2008/layout/LinedList"/>
    <dgm:cxn modelId="{A5B0FBA5-D5EA-4636-ABF5-6B9F86630A34}" type="presOf" srcId="{32ECCF07-154A-4906-AF48-F86491B8FBDF}" destId="{A576AA1F-590F-40AC-A172-549131D2D160}" srcOrd="0" destOrd="0" presId="urn:microsoft.com/office/officeart/2008/layout/LinedList"/>
    <dgm:cxn modelId="{E88D3AA6-D3C2-4A38-85F4-C0B18D8DF493}" type="presOf" srcId="{8A129C0B-C660-4EB8-B0D0-600E7A9C908D}" destId="{698D6C58-4ACB-48F4-996D-777E030043E2}" srcOrd="0" destOrd="0" presId="urn:microsoft.com/office/officeart/2008/layout/LinedList"/>
    <dgm:cxn modelId="{DF67F8A6-A1B6-4424-8665-9B4D3571B76B}" srcId="{0719E4DA-48B2-4516-9FD9-BA65A0C428BB}" destId="{7838634E-6D25-4136-98AD-720664C49D99}" srcOrd="1" destOrd="0" parTransId="{3552D73E-350D-4B06-9924-11959C145271}" sibTransId="{486029D7-32C3-4C5B-BB63-71F3E3731C90}"/>
    <dgm:cxn modelId="{2445E5AD-BFD1-402A-8A46-FBB19E6AC58C}" type="presOf" srcId="{712D0E32-0B7C-4249-BF26-7310A7BD23A3}" destId="{8BCA31D5-56F8-435D-ACE9-FD73998F8155}" srcOrd="0" destOrd="0" presId="urn:microsoft.com/office/officeart/2008/layout/LinedList"/>
    <dgm:cxn modelId="{58D06AB3-1587-4BA5-984F-4697DDAAD01A}" srcId="{55490F90-CB4B-4D8C-8729-26CDEA6FA54B}" destId="{2B98EE6D-D0F9-4C70-BE73-ADD72B4EBDB8}" srcOrd="0" destOrd="0" parTransId="{8AF4753C-5257-4AAB-BFDC-47759CD2351C}" sibTransId="{74861803-7291-4C92-A201-7CD0D48637CA}"/>
    <dgm:cxn modelId="{517566B4-5F58-42C5-B03F-22997B226344}" type="presOf" srcId="{7453528A-5699-4009-8232-A9A7D16A2F0E}" destId="{6A0A7602-C7CD-4B6E-8F58-FA6B6C267068}" srcOrd="0" destOrd="0" presId="urn:microsoft.com/office/officeart/2008/layout/LinedList"/>
    <dgm:cxn modelId="{02ED55B7-E79A-4046-A19C-5D80A37EC126}" srcId="{0719E4DA-48B2-4516-9FD9-BA65A0C428BB}" destId="{712D0E32-0B7C-4249-BF26-7310A7BD23A3}" srcOrd="0" destOrd="0" parTransId="{890938E8-24BB-4431-BFF6-B9B72F09FDB4}" sibTransId="{CED2768E-2447-49AD-B0E5-035C57A9CDA9}"/>
    <dgm:cxn modelId="{2AAC37C1-5E0A-4A8D-A43D-85C9676AC9B7}" srcId="{A09D8F10-C15B-4655-8D14-5BC2471ADE42}" destId="{0D823278-1712-463B-B5DB-CB2D57E4FDE0}" srcOrd="1" destOrd="0" parTransId="{69FB80CF-2406-4AFD-8FB7-7EBF4D309C04}" sibTransId="{7C29C6AF-2FD3-4948-AF1B-BE2544C4D816}"/>
    <dgm:cxn modelId="{AF3AB1D1-E053-42B7-A549-67E11947B26C}" srcId="{55490F90-CB4B-4D8C-8729-26CDEA6FA54B}" destId="{32ECCF07-154A-4906-AF48-F86491B8FBDF}" srcOrd="2" destOrd="0" parTransId="{7BDF3D34-277A-4512-A2BC-F8091DCA7FCE}" sibTransId="{3F508D28-8B31-4148-ABE7-F37A3C5CB359}"/>
    <dgm:cxn modelId="{E18E48D8-11BF-4529-B0AD-82861B1AA8E1}" srcId="{7453528A-5699-4009-8232-A9A7D16A2F0E}" destId="{55490F90-CB4B-4D8C-8729-26CDEA6FA54B}" srcOrd="2" destOrd="0" parTransId="{28E6431E-044E-4923-AFA5-1FD47CB812D6}" sibTransId="{43F00D23-E55C-4158-ABF6-96546453A873}"/>
    <dgm:cxn modelId="{C888EDF4-1405-4488-A587-694F45C14D8A}" type="presOf" srcId="{7838634E-6D25-4136-98AD-720664C49D99}" destId="{913D44F2-C8F1-4CDA-AAF0-37D743E1A5BD}" srcOrd="0" destOrd="0" presId="urn:microsoft.com/office/officeart/2008/layout/LinedList"/>
    <dgm:cxn modelId="{84B7B6FC-4021-49E4-ACB3-FE674B7B5C5F}" type="presOf" srcId="{A09D8F10-C15B-4655-8D14-5BC2471ADE42}" destId="{534A8B57-563B-4E22-B32D-88A1F9C6B918}" srcOrd="0" destOrd="0" presId="urn:microsoft.com/office/officeart/2008/layout/LinedList"/>
    <dgm:cxn modelId="{86F74A18-5518-48B8-B8FB-8AAB47B81CA7}" type="presParOf" srcId="{6A0A7602-C7CD-4B6E-8F58-FA6B6C267068}" destId="{DFC0A97C-95FC-4856-9E32-9E75ECD0B64E}" srcOrd="0" destOrd="0" presId="urn:microsoft.com/office/officeart/2008/layout/LinedList"/>
    <dgm:cxn modelId="{230455C5-8D28-41F8-B96A-F22E6A06D926}" type="presParOf" srcId="{6A0A7602-C7CD-4B6E-8F58-FA6B6C267068}" destId="{DB4F02DE-3056-4960-A3C9-36C6CCAC07AB}" srcOrd="1" destOrd="0" presId="urn:microsoft.com/office/officeart/2008/layout/LinedList"/>
    <dgm:cxn modelId="{35F58215-A11F-4474-BFE9-B6424F5ADCF6}" type="presParOf" srcId="{DB4F02DE-3056-4960-A3C9-36C6CCAC07AB}" destId="{2ED05C84-FFB6-4954-B133-110EE9B391C6}" srcOrd="0" destOrd="0" presId="urn:microsoft.com/office/officeart/2008/layout/LinedList"/>
    <dgm:cxn modelId="{7AFF92BB-296B-4E6D-81D6-E29D2CE6504B}" type="presParOf" srcId="{DB4F02DE-3056-4960-A3C9-36C6CCAC07AB}" destId="{02C8FE26-DBEE-44A2-B4CE-A584DAFBD7A8}" srcOrd="1" destOrd="0" presId="urn:microsoft.com/office/officeart/2008/layout/LinedList"/>
    <dgm:cxn modelId="{88F5035B-B6DD-414D-98B1-E30EE58F40D0}" type="presParOf" srcId="{02C8FE26-DBEE-44A2-B4CE-A584DAFBD7A8}" destId="{8628B267-DB15-4BC2-8678-35C73B5FD41F}" srcOrd="0" destOrd="0" presId="urn:microsoft.com/office/officeart/2008/layout/LinedList"/>
    <dgm:cxn modelId="{272DF55F-7BF9-4610-A3AF-63CCC2FBF45B}" type="presParOf" srcId="{02C8FE26-DBEE-44A2-B4CE-A584DAFBD7A8}" destId="{B0C276D8-DD0F-4C23-B90F-23D02D899B6C}" srcOrd="1" destOrd="0" presId="urn:microsoft.com/office/officeart/2008/layout/LinedList"/>
    <dgm:cxn modelId="{7AF392F4-2904-4AE2-990B-B1148BCC4362}" type="presParOf" srcId="{B0C276D8-DD0F-4C23-B90F-23D02D899B6C}" destId="{18BB0DBC-9729-4E2D-AE6A-E02006E32B4B}" srcOrd="0" destOrd="0" presId="urn:microsoft.com/office/officeart/2008/layout/LinedList"/>
    <dgm:cxn modelId="{374F7380-D322-41AF-8A22-9CF2DAF6D3D3}" type="presParOf" srcId="{B0C276D8-DD0F-4C23-B90F-23D02D899B6C}" destId="{8BCA31D5-56F8-435D-ACE9-FD73998F8155}" srcOrd="1" destOrd="0" presId="urn:microsoft.com/office/officeart/2008/layout/LinedList"/>
    <dgm:cxn modelId="{D2938FDF-9ECA-4F80-8CDD-7A5D5262FBF7}" type="presParOf" srcId="{B0C276D8-DD0F-4C23-B90F-23D02D899B6C}" destId="{A7778759-0E70-47F5-A66A-001294A7F6E1}" srcOrd="2" destOrd="0" presId="urn:microsoft.com/office/officeart/2008/layout/LinedList"/>
    <dgm:cxn modelId="{775C3813-1882-46C5-B04F-427FAC00417E}" type="presParOf" srcId="{02C8FE26-DBEE-44A2-B4CE-A584DAFBD7A8}" destId="{7C113161-21E0-4598-909E-313391E0A2F9}" srcOrd="2" destOrd="0" presId="urn:microsoft.com/office/officeart/2008/layout/LinedList"/>
    <dgm:cxn modelId="{A911454D-57D7-49FD-B341-1541567C12D1}" type="presParOf" srcId="{02C8FE26-DBEE-44A2-B4CE-A584DAFBD7A8}" destId="{8A75DB01-D7D0-4101-B1FC-7BD69453912F}" srcOrd="3" destOrd="0" presId="urn:microsoft.com/office/officeart/2008/layout/LinedList"/>
    <dgm:cxn modelId="{2D9545EC-23F5-4581-90CD-6109130A5E25}" type="presParOf" srcId="{02C8FE26-DBEE-44A2-B4CE-A584DAFBD7A8}" destId="{6899F355-3FB4-4006-A767-C45258225D6A}" srcOrd="4" destOrd="0" presId="urn:microsoft.com/office/officeart/2008/layout/LinedList"/>
    <dgm:cxn modelId="{BE04408E-2842-492D-99F9-0D82ECD150C6}" type="presParOf" srcId="{6899F355-3FB4-4006-A767-C45258225D6A}" destId="{DB390C3E-75C4-4CDA-8688-478403874816}" srcOrd="0" destOrd="0" presId="urn:microsoft.com/office/officeart/2008/layout/LinedList"/>
    <dgm:cxn modelId="{0A42A485-FACE-47DD-9A5F-1AA79539AB32}" type="presParOf" srcId="{6899F355-3FB4-4006-A767-C45258225D6A}" destId="{913D44F2-C8F1-4CDA-AAF0-37D743E1A5BD}" srcOrd="1" destOrd="0" presId="urn:microsoft.com/office/officeart/2008/layout/LinedList"/>
    <dgm:cxn modelId="{A6F6353B-38B7-45B6-BC3F-2F45ACA8AC49}" type="presParOf" srcId="{6899F355-3FB4-4006-A767-C45258225D6A}" destId="{7ACD3AED-2845-45D7-8732-8A555F697EBD}" srcOrd="2" destOrd="0" presId="urn:microsoft.com/office/officeart/2008/layout/LinedList"/>
    <dgm:cxn modelId="{8B3CA4B5-2D82-42DF-9A33-AD92E93C5833}" type="presParOf" srcId="{02C8FE26-DBEE-44A2-B4CE-A584DAFBD7A8}" destId="{4561DF28-E7FA-4DE8-AA2B-93323552C4EB}" srcOrd="5" destOrd="0" presId="urn:microsoft.com/office/officeart/2008/layout/LinedList"/>
    <dgm:cxn modelId="{09FC6AB6-5720-4FEA-B253-5DCDE88655B9}" type="presParOf" srcId="{02C8FE26-DBEE-44A2-B4CE-A584DAFBD7A8}" destId="{FAF3E583-99C1-4A4F-AC8F-796C66D0EDA2}" srcOrd="6" destOrd="0" presId="urn:microsoft.com/office/officeart/2008/layout/LinedList"/>
    <dgm:cxn modelId="{98F75498-32C6-463A-B00E-BD197440DB60}" type="presParOf" srcId="{02C8FE26-DBEE-44A2-B4CE-A584DAFBD7A8}" destId="{463D936E-FCB6-410A-8D74-3A4CC321FE9F}" srcOrd="7" destOrd="0" presId="urn:microsoft.com/office/officeart/2008/layout/LinedList"/>
    <dgm:cxn modelId="{5F10C4A3-2326-4826-858C-91F9E337246D}" type="presParOf" srcId="{463D936E-FCB6-410A-8D74-3A4CC321FE9F}" destId="{4D79F6AD-253D-4171-B07C-5308EB56FF6B}" srcOrd="0" destOrd="0" presId="urn:microsoft.com/office/officeart/2008/layout/LinedList"/>
    <dgm:cxn modelId="{906F9B32-73C4-42E0-BC63-D6297B39D85D}" type="presParOf" srcId="{463D936E-FCB6-410A-8D74-3A4CC321FE9F}" destId="{A16516BD-D492-47C6-9137-38623469DBB7}" srcOrd="1" destOrd="0" presId="urn:microsoft.com/office/officeart/2008/layout/LinedList"/>
    <dgm:cxn modelId="{4961B63E-2A9C-4AFF-B89D-AA9579D363D7}" type="presParOf" srcId="{463D936E-FCB6-410A-8D74-3A4CC321FE9F}" destId="{5986368D-B216-4B2A-AA2C-2276C3C5F966}" srcOrd="2" destOrd="0" presId="urn:microsoft.com/office/officeart/2008/layout/LinedList"/>
    <dgm:cxn modelId="{05078E84-FAF3-4273-B670-F165F5E8CBF2}" type="presParOf" srcId="{02C8FE26-DBEE-44A2-B4CE-A584DAFBD7A8}" destId="{D264E2BC-98C8-4EB4-9C60-05ED093D956F}" srcOrd="8" destOrd="0" presId="urn:microsoft.com/office/officeart/2008/layout/LinedList"/>
    <dgm:cxn modelId="{DC8BAF08-D1A5-47AC-B2E8-52A4F0594319}" type="presParOf" srcId="{02C8FE26-DBEE-44A2-B4CE-A584DAFBD7A8}" destId="{99EC7EEC-E6F4-402E-AB76-CC9353B58314}" srcOrd="9" destOrd="0" presId="urn:microsoft.com/office/officeart/2008/layout/LinedList"/>
    <dgm:cxn modelId="{24036D90-439F-4061-A837-82B1785E045E}" type="presParOf" srcId="{6A0A7602-C7CD-4B6E-8F58-FA6B6C267068}" destId="{4E2FEFA0-5422-4B24-81AE-69E09F3AE6FD}" srcOrd="2" destOrd="0" presId="urn:microsoft.com/office/officeart/2008/layout/LinedList"/>
    <dgm:cxn modelId="{0F8D1716-8CFB-4429-8FA1-50A79D7E1C7D}" type="presParOf" srcId="{6A0A7602-C7CD-4B6E-8F58-FA6B6C267068}" destId="{9FF31946-9292-4D8B-86B1-1FDAEA4B8030}" srcOrd="3" destOrd="0" presId="urn:microsoft.com/office/officeart/2008/layout/LinedList"/>
    <dgm:cxn modelId="{99B8E89C-A4B6-4C07-8896-A5B8A97BF0D9}" type="presParOf" srcId="{9FF31946-9292-4D8B-86B1-1FDAEA4B8030}" destId="{534A8B57-563B-4E22-B32D-88A1F9C6B918}" srcOrd="0" destOrd="0" presId="urn:microsoft.com/office/officeart/2008/layout/LinedList"/>
    <dgm:cxn modelId="{AB388FE0-3F97-4BF1-B1DA-B985F0E054AA}" type="presParOf" srcId="{9FF31946-9292-4D8B-86B1-1FDAEA4B8030}" destId="{695DA832-BA12-462E-B28F-BAC0B0AC0E14}" srcOrd="1" destOrd="0" presId="urn:microsoft.com/office/officeart/2008/layout/LinedList"/>
    <dgm:cxn modelId="{265E4F06-0C9A-4379-BC71-76E7900BCFE4}" type="presParOf" srcId="{695DA832-BA12-462E-B28F-BAC0B0AC0E14}" destId="{368F30A4-DA6F-4BB4-AE7F-2FE19BD87D2F}" srcOrd="0" destOrd="0" presId="urn:microsoft.com/office/officeart/2008/layout/LinedList"/>
    <dgm:cxn modelId="{523F3087-7CAB-4A48-9AE8-DF218904AE98}" type="presParOf" srcId="{695DA832-BA12-462E-B28F-BAC0B0AC0E14}" destId="{2DEAB5C5-106C-4522-BD8C-439AD00724C0}" srcOrd="1" destOrd="0" presId="urn:microsoft.com/office/officeart/2008/layout/LinedList"/>
    <dgm:cxn modelId="{ADB3B0B7-36F6-49E2-9A70-002212DFDB50}" type="presParOf" srcId="{2DEAB5C5-106C-4522-BD8C-439AD00724C0}" destId="{FCEBC5AD-2BBC-4A5E-916F-542E9FF94AA5}" srcOrd="0" destOrd="0" presId="urn:microsoft.com/office/officeart/2008/layout/LinedList"/>
    <dgm:cxn modelId="{E7480500-946A-4B21-A6F3-883CA37B1DC6}" type="presParOf" srcId="{2DEAB5C5-106C-4522-BD8C-439AD00724C0}" destId="{698D6C58-4ACB-48F4-996D-777E030043E2}" srcOrd="1" destOrd="0" presId="urn:microsoft.com/office/officeart/2008/layout/LinedList"/>
    <dgm:cxn modelId="{BFAE2269-0DA0-4511-9531-8E5C820F9FF8}" type="presParOf" srcId="{2DEAB5C5-106C-4522-BD8C-439AD00724C0}" destId="{913399F0-DE38-4352-94E4-F9519178C6BE}" srcOrd="2" destOrd="0" presId="urn:microsoft.com/office/officeart/2008/layout/LinedList"/>
    <dgm:cxn modelId="{D11398FD-B039-44C1-AF16-64ED3BC261B5}" type="presParOf" srcId="{695DA832-BA12-462E-B28F-BAC0B0AC0E14}" destId="{B84946AB-6DB6-4E36-8416-25C6CD7E40B4}" srcOrd="2" destOrd="0" presId="urn:microsoft.com/office/officeart/2008/layout/LinedList"/>
    <dgm:cxn modelId="{FD910627-2653-4DE0-829D-B330C28DF9E4}" type="presParOf" srcId="{695DA832-BA12-462E-B28F-BAC0B0AC0E14}" destId="{2ABCDC2E-FDFF-4CE9-A395-A78D27E15C5C}" srcOrd="3" destOrd="0" presId="urn:microsoft.com/office/officeart/2008/layout/LinedList"/>
    <dgm:cxn modelId="{9A86FF62-720A-4F36-B181-FAB3B99F8C93}" type="presParOf" srcId="{695DA832-BA12-462E-B28F-BAC0B0AC0E14}" destId="{A0192A34-5DC0-4BCB-AC6B-12DAC4A50529}" srcOrd="4" destOrd="0" presId="urn:microsoft.com/office/officeart/2008/layout/LinedList"/>
    <dgm:cxn modelId="{987317B3-3BA1-4C51-908A-5CC00B4C89E3}" type="presParOf" srcId="{A0192A34-5DC0-4BCB-AC6B-12DAC4A50529}" destId="{AA1F66CB-25BD-4CB1-A5CB-124DD2E7DF05}" srcOrd="0" destOrd="0" presId="urn:microsoft.com/office/officeart/2008/layout/LinedList"/>
    <dgm:cxn modelId="{C7C49C42-5E3E-4C12-94BF-87FB53070062}" type="presParOf" srcId="{A0192A34-5DC0-4BCB-AC6B-12DAC4A50529}" destId="{C602E54F-81D7-4662-A11C-6EFAA1DBCC31}" srcOrd="1" destOrd="0" presId="urn:microsoft.com/office/officeart/2008/layout/LinedList"/>
    <dgm:cxn modelId="{DBA0958B-C350-479A-BB26-B9311A197DAC}" type="presParOf" srcId="{A0192A34-5DC0-4BCB-AC6B-12DAC4A50529}" destId="{1D32CDC7-8050-4478-A472-FAD8847ACAD7}" srcOrd="2" destOrd="0" presId="urn:microsoft.com/office/officeart/2008/layout/LinedList"/>
    <dgm:cxn modelId="{EEE6E471-35A0-4A53-84C7-6BA83C2FFD1D}" type="presParOf" srcId="{695DA832-BA12-462E-B28F-BAC0B0AC0E14}" destId="{1C9D7D4D-BA98-4E19-810D-DD6F714128AC}" srcOrd="5" destOrd="0" presId="urn:microsoft.com/office/officeart/2008/layout/LinedList"/>
    <dgm:cxn modelId="{52769672-4123-4A85-BA52-9DFC802C1679}" type="presParOf" srcId="{695DA832-BA12-462E-B28F-BAC0B0AC0E14}" destId="{D761B136-E0D8-40C7-9A65-94BD9541DD33}" srcOrd="6" destOrd="0" presId="urn:microsoft.com/office/officeart/2008/layout/LinedList"/>
    <dgm:cxn modelId="{C7C20379-9C9E-48A8-B8E2-6F29612A9141}" type="presParOf" srcId="{695DA832-BA12-462E-B28F-BAC0B0AC0E14}" destId="{5145994F-49DD-4983-970B-267ACCADA68A}" srcOrd="7" destOrd="0" presId="urn:microsoft.com/office/officeart/2008/layout/LinedList"/>
    <dgm:cxn modelId="{B09C8287-3A8A-4299-A64C-2C23BABB1F18}" type="presParOf" srcId="{5145994F-49DD-4983-970B-267ACCADA68A}" destId="{BC62CF24-FE6C-4D88-BDB7-4C43E2AE50E9}" srcOrd="0" destOrd="0" presId="urn:microsoft.com/office/officeart/2008/layout/LinedList"/>
    <dgm:cxn modelId="{6ABDE91E-AF78-4D5B-A1A0-F50AC114F4A3}" type="presParOf" srcId="{5145994F-49DD-4983-970B-267ACCADA68A}" destId="{40CFE35E-3B23-457D-B2D7-C374329956C0}" srcOrd="1" destOrd="0" presId="urn:microsoft.com/office/officeart/2008/layout/LinedList"/>
    <dgm:cxn modelId="{B5AD2B76-A546-4DED-8DDF-2F4AC070F56D}" type="presParOf" srcId="{5145994F-49DD-4983-970B-267ACCADA68A}" destId="{C00FEA53-B135-4E6A-B876-C93011E88495}" srcOrd="2" destOrd="0" presId="urn:microsoft.com/office/officeart/2008/layout/LinedList"/>
    <dgm:cxn modelId="{70BC6DA8-F028-4F8F-A58E-0DF6FFB717C8}" type="presParOf" srcId="{695DA832-BA12-462E-B28F-BAC0B0AC0E14}" destId="{68FC58E4-9739-4A9F-956B-1C11A7B93027}" srcOrd="8" destOrd="0" presId="urn:microsoft.com/office/officeart/2008/layout/LinedList"/>
    <dgm:cxn modelId="{560EBD91-C41A-4B1E-8A95-90468E5A9E5C}" type="presParOf" srcId="{695DA832-BA12-462E-B28F-BAC0B0AC0E14}" destId="{DAA157DD-35B1-4620-9E7C-D78CED407165}" srcOrd="9" destOrd="0" presId="urn:microsoft.com/office/officeart/2008/layout/LinedList"/>
    <dgm:cxn modelId="{D00B0F56-5143-4B53-9DDB-98C89A41950B}" type="presParOf" srcId="{6A0A7602-C7CD-4B6E-8F58-FA6B6C267068}" destId="{6D07E16E-65AE-4AB1-AD65-F717BD114AB1}" srcOrd="4" destOrd="0" presId="urn:microsoft.com/office/officeart/2008/layout/LinedList"/>
    <dgm:cxn modelId="{90A551B6-1A23-44E6-AF0C-298AD20208DF}" type="presParOf" srcId="{6A0A7602-C7CD-4B6E-8F58-FA6B6C267068}" destId="{701605DE-6AF9-4443-929F-89E07B984E97}" srcOrd="5" destOrd="0" presId="urn:microsoft.com/office/officeart/2008/layout/LinedList"/>
    <dgm:cxn modelId="{3D082516-A663-44B1-946A-1F5ABED131D4}" type="presParOf" srcId="{701605DE-6AF9-4443-929F-89E07B984E97}" destId="{405CC0BA-E987-4226-9C75-82A11B7D5808}" srcOrd="0" destOrd="0" presId="urn:microsoft.com/office/officeart/2008/layout/LinedList"/>
    <dgm:cxn modelId="{3965A963-D4A8-429E-9444-4CC190AD088B}" type="presParOf" srcId="{701605DE-6AF9-4443-929F-89E07B984E97}" destId="{E17B2263-9A88-42E9-877A-EF001D1BEFD4}" srcOrd="1" destOrd="0" presId="urn:microsoft.com/office/officeart/2008/layout/LinedList"/>
    <dgm:cxn modelId="{C334318D-F7A7-4D19-A66E-7C39B5E06B60}" type="presParOf" srcId="{E17B2263-9A88-42E9-877A-EF001D1BEFD4}" destId="{A6FDB06D-2A9F-4897-88A1-9CAEB590B71C}" srcOrd="0" destOrd="0" presId="urn:microsoft.com/office/officeart/2008/layout/LinedList"/>
    <dgm:cxn modelId="{52720641-5035-4F53-834B-375F3D517E2B}" type="presParOf" srcId="{E17B2263-9A88-42E9-877A-EF001D1BEFD4}" destId="{72278BE1-0DB9-4826-B5E5-7C423A8D3CC8}" srcOrd="1" destOrd="0" presId="urn:microsoft.com/office/officeart/2008/layout/LinedList"/>
    <dgm:cxn modelId="{FFB5CCA9-E4E3-46CA-8D0C-AE390FC57D5D}" type="presParOf" srcId="{72278BE1-0DB9-4826-B5E5-7C423A8D3CC8}" destId="{CCCE1C5A-C466-4786-ABE1-3296BFA4EF11}" srcOrd="0" destOrd="0" presId="urn:microsoft.com/office/officeart/2008/layout/LinedList"/>
    <dgm:cxn modelId="{769A6014-6B6B-445F-8A01-47E4C078BC29}" type="presParOf" srcId="{72278BE1-0DB9-4826-B5E5-7C423A8D3CC8}" destId="{518FF538-9704-40A7-8BE4-0D22F0BAF536}" srcOrd="1" destOrd="0" presId="urn:microsoft.com/office/officeart/2008/layout/LinedList"/>
    <dgm:cxn modelId="{1C8CB1CF-BAF2-4C4D-AE85-1F89D7D85650}" type="presParOf" srcId="{72278BE1-0DB9-4826-B5E5-7C423A8D3CC8}" destId="{0D9F88F6-F1D8-4F0F-BDCC-3C05D7E29405}" srcOrd="2" destOrd="0" presId="urn:microsoft.com/office/officeart/2008/layout/LinedList"/>
    <dgm:cxn modelId="{CE4D483B-FA0A-4CE6-8DA6-CB6E809CE7C5}" type="presParOf" srcId="{E17B2263-9A88-42E9-877A-EF001D1BEFD4}" destId="{59EF4C75-FACE-4DDB-B939-8ED88888E289}" srcOrd="2" destOrd="0" presId="urn:microsoft.com/office/officeart/2008/layout/LinedList"/>
    <dgm:cxn modelId="{BEB30246-02D5-4A34-B341-03FFFB533DEB}" type="presParOf" srcId="{E17B2263-9A88-42E9-877A-EF001D1BEFD4}" destId="{A7174BCE-8C7E-4D99-8039-95E027AA9678}" srcOrd="3" destOrd="0" presId="urn:microsoft.com/office/officeart/2008/layout/LinedList"/>
    <dgm:cxn modelId="{10C841FE-273F-42E7-8F38-8C120F63BC81}" type="presParOf" srcId="{E17B2263-9A88-42E9-877A-EF001D1BEFD4}" destId="{D8342E09-BE05-46D1-BD01-4A5C6286E05F}" srcOrd="4" destOrd="0" presId="urn:microsoft.com/office/officeart/2008/layout/LinedList"/>
    <dgm:cxn modelId="{AF8C1B73-E99F-49ED-871B-03D7DDA7A551}" type="presParOf" srcId="{D8342E09-BE05-46D1-BD01-4A5C6286E05F}" destId="{093F3632-FBD3-4ED4-9EB6-55121F75F78D}" srcOrd="0" destOrd="0" presId="urn:microsoft.com/office/officeart/2008/layout/LinedList"/>
    <dgm:cxn modelId="{826A3E1C-3C0E-438C-B039-7BBD9644ACA5}" type="presParOf" srcId="{D8342E09-BE05-46D1-BD01-4A5C6286E05F}" destId="{E018BACD-9DF6-4558-B7F3-E682FF698628}" srcOrd="1" destOrd="0" presId="urn:microsoft.com/office/officeart/2008/layout/LinedList"/>
    <dgm:cxn modelId="{4B59193D-D3BB-44E3-8680-1D6613D7E04C}" type="presParOf" srcId="{D8342E09-BE05-46D1-BD01-4A5C6286E05F}" destId="{BD20B4B9-24C6-45CA-B18C-D4EB698D2439}" srcOrd="2" destOrd="0" presId="urn:microsoft.com/office/officeart/2008/layout/LinedList"/>
    <dgm:cxn modelId="{7A3C7820-96DA-491C-ACAD-B4143308E7DD}" type="presParOf" srcId="{E17B2263-9A88-42E9-877A-EF001D1BEFD4}" destId="{EC1A59E7-2EC6-4D97-94FB-C90A6CB271B4}" srcOrd="5" destOrd="0" presId="urn:microsoft.com/office/officeart/2008/layout/LinedList"/>
    <dgm:cxn modelId="{D393D40D-3612-4E57-B640-299E1F6C7079}" type="presParOf" srcId="{E17B2263-9A88-42E9-877A-EF001D1BEFD4}" destId="{FBC75B6D-5EF1-4290-A52D-1A8E28CF90F8}" srcOrd="6" destOrd="0" presId="urn:microsoft.com/office/officeart/2008/layout/LinedList"/>
    <dgm:cxn modelId="{D19F08B9-60D6-4E01-BF98-6499030E51BF}" type="presParOf" srcId="{E17B2263-9A88-42E9-877A-EF001D1BEFD4}" destId="{F7C35233-DEBD-4A0A-B615-2107CF7C38FB}" srcOrd="7" destOrd="0" presId="urn:microsoft.com/office/officeart/2008/layout/LinedList"/>
    <dgm:cxn modelId="{A6540DA6-A583-4118-80CB-021008214474}" type="presParOf" srcId="{F7C35233-DEBD-4A0A-B615-2107CF7C38FB}" destId="{C82D034F-69D5-43E7-A7C1-72DF95084E08}" srcOrd="0" destOrd="0" presId="urn:microsoft.com/office/officeart/2008/layout/LinedList"/>
    <dgm:cxn modelId="{73FDD530-3E06-487C-968B-770556C14AB0}" type="presParOf" srcId="{F7C35233-DEBD-4A0A-B615-2107CF7C38FB}" destId="{A576AA1F-590F-40AC-A172-549131D2D160}" srcOrd="1" destOrd="0" presId="urn:microsoft.com/office/officeart/2008/layout/LinedList"/>
    <dgm:cxn modelId="{8A6F8C5F-DCAC-42F2-8A2F-6CC18EC90B9A}" type="presParOf" srcId="{F7C35233-DEBD-4A0A-B615-2107CF7C38FB}" destId="{D22B5B14-81B4-4405-8AE3-E34128AA6976}" srcOrd="2" destOrd="0" presId="urn:microsoft.com/office/officeart/2008/layout/LinedList"/>
    <dgm:cxn modelId="{3E685EF1-D12A-4179-A8BF-B61DB0748E08}" type="presParOf" srcId="{E17B2263-9A88-42E9-877A-EF001D1BEFD4}" destId="{57B42508-C467-4BCA-9D17-1B430B417CFA}" srcOrd="8" destOrd="0" presId="urn:microsoft.com/office/officeart/2008/layout/LinedList"/>
    <dgm:cxn modelId="{2B599F3D-8669-46E8-B639-8C2AE087BCB6}" type="presParOf" srcId="{E17B2263-9A88-42E9-877A-EF001D1BEFD4}" destId="{2B6C28AD-2D8A-4494-BF60-922294F44E5A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40B101-60A6-4DB0-B8EB-81C32D8657A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E30F39D-556B-4A73-AEF4-0B3957F85F1C}">
      <dgm:prSet/>
      <dgm:spPr/>
      <dgm:t>
        <a:bodyPr/>
        <a:lstStyle/>
        <a:p>
          <a:pPr>
            <a:buNone/>
          </a:pPr>
          <a:r>
            <a:rPr lang="en-US" dirty="0"/>
            <a:t>DenseNet121 achieved the highest recall, minimizing false negatives — the most important clinical priority.</a:t>
          </a:r>
        </a:p>
      </dgm:t>
    </dgm:pt>
    <dgm:pt modelId="{B6AF0456-4486-4BE7-A047-5FBF0B4C20FB}" type="parTrans" cxnId="{BB28C561-3C86-4E0F-860E-370D9EA8ABD9}">
      <dgm:prSet/>
      <dgm:spPr/>
      <dgm:t>
        <a:bodyPr/>
        <a:lstStyle/>
        <a:p>
          <a:endParaRPr lang="en-US"/>
        </a:p>
      </dgm:t>
    </dgm:pt>
    <dgm:pt modelId="{048D0EBA-C0BA-48F0-9184-5ADCFC5BF966}" type="sibTrans" cxnId="{BB28C561-3C86-4E0F-860E-370D9EA8ABD9}">
      <dgm:prSet/>
      <dgm:spPr/>
      <dgm:t>
        <a:bodyPr/>
        <a:lstStyle/>
        <a:p>
          <a:endParaRPr lang="en-US"/>
        </a:p>
      </dgm:t>
    </dgm:pt>
    <dgm:pt modelId="{4B10C349-0965-4501-AE71-7D7EEC931221}">
      <dgm:prSet/>
      <dgm:spPr/>
      <dgm:t>
        <a:bodyPr/>
        <a:lstStyle/>
        <a:p>
          <a:pPr>
            <a:buNone/>
          </a:pPr>
          <a:r>
            <a:rPr lang="en-US"/>
            <a:t>Data augmentation and preprocessing were essential for generalization.</a:t>
          </a:r>
        </a:p>
      </dgm:t>
    </dgm:pt>
    <dgm:pt modelId="{C8DC855E-A570-44E2-B441-57CE99CF5A67}" type="parTrans" cxnId="{37B30B31-6B3B-4838-AE35-DD80A012CF89}">
      <dgm:prSet/>
      <dgm:spPr/>
      <dgm:t>
        <a:bodyPr/>
        <a:lstStyle/>
        <a:p>
          <a:endParaRPr lang="en-US"/>
        </a:p>
      </dgm:t>
    </dgm:pt>
    <dgm:pt modelId="{1BE96E7B-D201-46FA-BA34-960246B4BF09}" type="sibTrans" cxnId="{37B30B31-6B3B-4838-AE35-DD80A012CF89}">
      <dgm:prSet/>
      <dgm:spPr/>
      <dgm:t>
        <a:bodyPr/>
        <a:lstStyle/>
        <a:p>
          <a:endParaRPr lang="en-US"/>
        </a:p>
      </dgm:t>
    </dgm:pt>
    <dgm:pt modelId="{17C2EF7C-4BFA-4FF6-889F-5B8F5A59DE6A}">
      <dgm:prSet/>
      <dgm:spPr/>
      <dgm:t>
        <a:bodyPr/>
        <a:lstStyle/>
        <a:p>
          <a:pPr>
            <a:buNone/>
          </a:pPr>
          <a:r>
            <a:rPr lang="en-US"/>
            <a:t>Interpretability analysis shows the model attends to meaningful lung regions.</a:t>
          </a:r>
        </a:p>
      </dgm:t>
    </dgm:pt>
    <dgm:pt modelId="{D6BD12F3-3E4B-4DBE-98DA-F2DE738B774B}" type="parTrans" cxnId="{66FC7EC2-D250-4B22-ADDF-4C0025CDECFF}">
      <dgm:prSet/>
      <dgm:spPr/>
      <dgm:t>
        <a:bodyPr/>
        <a:lstStyle/>
        <a:p>
          <a:endParaRPr lang="en-US"/>
        </a:p>
      </dgm:t>
    </dgm:pt>
    <dgm:pt modelId="{926DBB9F-CFE5-4BB5-A8AF-1F82B618596F}" type="sibTrans" cxnId="{66FC7EC2-D250-4B22-ADDF-4C0025CDECFF}">
      <dgm:prSet/>
      <dgm:spPr/>
      <dgm:t>
        <a:bodyPr/>
        <a:lstStyle/>
        <a:p>
          <a:endParaRPr lang="en-US"/>
        </a:p>
      </dgm:t>
    </dgm:pt>
    <dgm:pt modelId="{893436EF-855A-4AC8-984C-4A33C0C598E5}">
      <dgm:prSet/>
      <dgm:spPr/>
      <dgm:t>
        <a:bodyPr/>
        <a:lstStyle/>
        <a:p>
          <a:pPr>
            <a:buNone/>
          </a:pPr>
          <a:r>
            <a:rPr lang="en-US"/>
            <a:t>Dataset limitations (pediatric, single institution, class imbalance) restrict generalizability.</a:t>
          </a:r>
        </a:p>
      </dgm:t>
    </dgm:pt>
    <dgm:pt modelId="{2FD262D6-5AED-4085-8CBA-8E333F8A3240}" type="parTrans" cxnId="{5AF2B2B4-7723-4F3F-8661-C2ED007462C2}">
      <dgm:prSet/>
      <dgm:spPr/>
      <dgm:t>
        <a:bodyPr/>
        <a:lstStyle/>
        <a:p>
          <a:endParaRPr lang="en-US"/>
        </a:p>
      </dgm:t>
    </dgm:pt>
    <dgm:pt modelId="{F32C21CA-C2B4-4CB9-BD7C-A4A6A57EB07E}" type="sibTrans" cxnId="{5AF2B2B4-7723-4F3F-8661-C2ED007462C2}">
      <dgm:prSet/>
      <dgm:spPr/>
      <dgm:t>
        <a:bodyPr/>
        <a:lstStyle/>
        <a:p>
          <a:endParaRPr lang="en-US"/>
        </a:p>
      </dgm:t>
    </dgm:pt>
    <dgm:pt modelId="{66794AE1-8A1A-4843-AA80-21CAB83D98E3}">
      <dgm:prSet/>
      <dgm:spPr/>
      <dgm:t>
        <a:bodyPr/>
        <a:lstStyle/>
        <a:p>
          <a:pPr>
            <a:buNone/>
          </a:pPr>
          <a:r>
            <a:rPr lang="en-US" dirty="0"/>
            <a:t>Future work: external validation, lung segmentation, and expanded datasets.</a:t>
          </a:r>
        </a:p>
      </dgm:t>
    </dgm:pt>
    <dgm:pt modelId="{336B4477-B154-4374-87FD-696B5FA118CB}" type="parTrans" cxnId="{510F8D6E-BF0D-4C99-9FB4-C73D1B8A4782}">
      <dgm:prSet/>
      <dgm:spPr/>
      <dgm:t>
        <a:bodyPr/>
        <a:lstStyle/>
        <a:p>
          <a:endParaRPr lang="en-US"/>
        </a:p>
      </dgm:t>
    </dgm:pt>
    <dgm:pt modelId="{C256534F-30E3-4358-BCD8-CF87D434BB13}" type="sibTrans" cxnId="{510F8D6E-BF0D-4C99-9FB4-C73D1B8A4782}">
      <dgm:prSet/>
      <dgm:spPr/>
      <dgm:t>
        <a:bodyPr/>
        <a:lstStyle/>
        <a:p>
          <a:endParaRPr lang="en-US"/>
        </a:p>
      </dgm:t>
    </dgm:pt>
    <dgm:pt modelId="{0EC20C10-20C9-4025-B67E-AD5562C04F1C}" type="pres">
      <dgm:prSet presAssocID="{7E40B101-60A6-4DB0-B8EB-81C32D8657AC}" presName="linear" presStyleCnt="0">
        <dgm:presLayoutVars>
          <dgm:animLvl val="lvl"/>
          <dgm:resizeHandles val="exact"/>
        </dgm:presLayoutVars>
      </dgm:prSet>
      <dgm:spPr/>
    </dgm:pt>
    <dgm:pt modelId="{16BD49E0-C34B-4236-BACA-740A99AB0ED1}" type="pres">
      <dgm:prSet presAssocID="{0E30F39D-556B-4A73-AEF4-0B3957F85F1C}" presName="parentText" presStyleLbl="node1" presStyleIdx="0" presStyleCnt="5" custLinFactY="-31071" custLinFactNeighborX="30" custLinFactNeighborY="-100000">
        <dgm:presLayoutVars>
          <dgm:chMax val="0"/>
          <dgm:bulletEnabled val="1"/>
        </dgm:presLayoutVars>
      </dgm:prSet>
      <dgm:spPr/>
    </dgm:pt>
    <dgm:pt modelId="{3AEFD9F5-5017-4996-8008-84EBB2FD66A8}" type="pres">
      <dgm:prSet presAssocID="{048D0EBA-C0BA-48F0-9184-5ADCFC5BF966}" presName="spacer" presStyleCnt="0"/>
      <dgm:spPr/>
    </dgm:pt>
    <dgm:pt modelId="{D1548B20-2DD3-4858-A51A-B6566BE9A4E2}" type="pres">
      <dgm:prSet presAssocID="{4B10C349-0965-4501-AE71-7D7EEC931221}" presName="parentText" presStyleLbl="node1" presStyleIdx="1" presStyleCnt="5" custLinFactY="-4801" custLinFactNeighborX="30" custLinFactNeighborY="-100000">
        <dgm:presLayoutVars>
          <dgm:chMax val="0"/>
          <dgm:bulletEnabled val="1"/>
        </dgm:presLayoutVars>
      </dgm:prSet>
      <dgm:spPr/>
    </dgm:pt>
    <dgm:pt modelId="{7282A7D8-B62E-46B5-9289-57C16E940F8D}" type="pres">
      <dgm:prSet presAssocID="{1BE96E7B-D201-46FA-BA34-960246B4BF09}" presName="spacer" presStyleCnt="0"/>
      <dgm:spPr/>
    </dgm:pt>
    <dgm:pt modelId="{5D664E2F-A680-4EF5-A874-DD06F5E89644}" type="pres">
      <dgm:prSet presAssocID="{17C2EF7C-4BFA-4FF6-889F-5B8F5A59DE6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0DACBD4-7352-40CB-B4CF-FE301E30DA6C}" type="pres">
      <dgm:prSet presAssocID="{926DBB9F-CFE5-4BB5-A8AF-1F82B618596F}" presName="spacer" presStyleCnt="0"/>
      <dgm:spPr/>
    </dgm:pt>
    <dgm:pt modelId="{E1979500-BF2C-49EF-A1A8-3618C498F724}" type="pres">
      <dgm:prSet presAssocID="{893436EF-855A-4AC8-984C-4A33C0C598E5}" presName="parentText" presStyleLbl="node1" presStyleIdx="3" presStyleCnt="5" custLinFactY="13557" custLinFactNeighborX="312" custLinFactNeighborY="100000">
        <dgm:presLayoutVars>
          <dgm:chMax val="0"/>
          <dgm:bulletEnabled val="1"/>
        </dgm:presLayoutVars>
      </dgm:prSet>
      <dgm:spPr/>
    </dgm:pt>
    <dgm:pt modelId="{398F089B-7C21-4A5F-B1E8-36C233B7C26B}" type="pres">
      <dgm:prSet presAssocID="{F32C21CA-C2B4-4CB9-BD7C-A4A6A57EB07E}" presName="spacer" presStyleCnt="0"/>
      <dgm:spPr/>
    </dgm:pt>
    <dgm:pt modelId="{665F6D7C-28B2-4ADC-9346-E6DD01922BEE}" type="pres">
      <dgm:prSet presAssocID="{66794AE1-8A1A-4843-AA80-21CAB83D98E3}" presName="parentText" presStyleLbl="node1" presStyleIdx="4" presStyleCnt="5" custLinFactY="33260" custLinFactNeighborX="312" custLinFactNeighborY="100000">
        <dgm:presLayoutVars>
          <dgm:chMax val="0"/>
          <dgm:bulletEnabled val="1"/>
        </dgm:presLayoutVars>
      </dgm:prSet>
      <dgm:spPr/>
    </dgm:pt>
  </dgm:ptLst>
  <dgm:cxnLst>
    <dgm:cxn modelId="{4480B601-CCCA-44AC-80DE-8045F5A208A7}" type="presOf" srcId="{893436EF-855A-4AC8-984C-4A33C0C598E5}" destId="{E1979500-BF2C-49EF-A1A8-3618C498F724}" srcOrd="0" destOrd="0" presId="urn:microsoft.com/office/officeart/2005/8/layout/vList2"/>
    <dgm:cxn modelId="{A6333219-8E00-432D-9E38-6ED483FF2A66}" type="presOf" srcId="{7E40B101-60A6-4DB0-B8EB-81C32D8657AC}" destId="{0EC20C10-20C9-4025-B67E-AD5562C04F1C}" srcOrd="0" destOrd="0" presId="urn:microsoft.com/office/officeart/2005/8/layout/vList2"/>
    <dgm:cxn modelId="{37B30B31-6B3B-4838-AE35-DD80A012CF89}" srcId="{7E40B101-60A6-4DB0-B8EB-81C32D8657AC}" destId="{4B10C349-0965-4501-AE71-7D7EEC931221}" srcOrd="1" destOrd="0" parTransId="{C8DC855E-A570-44E2-B441-57CE99CF5A67}" sibTransId="{1BE96E7B-D201-46FA-BA34-960246B4BF09}"/>
    <dgm:cxn modelId="{6790003E-F15A-442C-A48D-C8381D467CD7}" type="presOf" srcId="{66794AE1-8A1A-4843-AA80-21CAB83D98E3}" destId="{665F6D7C-28B2-4ADC-9346-E6DD01922BEE}" srcOrd="0" destOrd="0" presId="urn:microsoft.com/office/officeart/2005/8/layout/vList2"/>
    <dgm:cxn modelId="{BB28C561-3C86-4E0F-860E-370D9EA8ABD9}" srcId="{7E40B101-60A6-4DB0-B8EB-81C32D8657AC}" destId="{0E30F39D-556B-4A73-AEF4-0B3957F85F1C}" srcOrd="0" destOrd="0" parTransId="{B6AF0456-4486-4BE7-A047-5FBF0B4C20FB}" sibTransId="{048D0EBA-C0BA-48F0-9184-5ADCFC5BF966}"/>
    <dgm:cxn modelId="{87026D44-1121-4082-85AF-755EE0A34F80}" type="presOf" srcId="{17C2EF7C-4BFA-4FF6-889F-5B8F5A59DE6A}" destId="{5D664E2F-A680-4EF5-A874-DD06F5E89644}" srcOrd="0" destOrd="0" presId="urn:microsoft.com/office/officeart/2005/8/layout/vList2"/>
    <dgm:cxn modelId="{A879D16C-9A61-4495-9F23-7455D38CCAE8}" type="presOf" srcId="{0E30F39D-556B-4A73-AEF4-0B3957F85F1C}" destId="{16BD49E0-C34B-4236-BACA-740A99AB0ED1}" srcOrd="0" destOrd="0" presId="urn:microsoft.com/office/officeart/2005/8/layout/vList2"/>
    <dgm:cxn modelId="{510F8D6E-BF0D-4C99-9FB4-C73D1B8A4782}" srcId="{7E40B101-60A6-4DB0-B8EB-81C32D8657AC}" destId="{66794AE1-8A1A-4843-AA80-21CAB83D98E3}" srcOrd="4" destOrd="0" parTransId="{336B4477-B154-4374-87FD-696B5FA118CB}" sibTransId="{C256534F-30E3-4358-BCD8-CF87D434BB13}"/>
    <dgm:cxn modelId="{5AF2B2B4-7723-4F3F-8661-C2ED007462C2}" srcId="{7E40B101-60A6-4DB0-B8EB-81C32D8657AC}" destId="{893436EF-855A-4AC8-984C-4A33C0C598E5}" srcOrd="3" destOrd="0" parTransId="{2FD262D6-5AED-4085-8CBA-8E333F8A3240}" sibTransId="{F32C21CA-C2B4-4CB9-BD7C-A4A6A57EB07E}"/>
    <dgm:cxn modelId="{66FC7EC2-D250-4B22-ADDF-4C0025CDECFF}" srcId="{7E40B101-60A6-4DB0-B8EB-81C32D8657AC}" destId="{17C2EF7C-4BFA-4FF6-889F-5B8F5A59DE6A}" srcOrd="2" destOrd="0" parTransId="{D6BD12F3-3E4B-4DBE-98DA-F2DE738B774B}" sibTransId="{926DBB9F-CFE5-4BB5-A8AF-1F82B618596F}"/>
    <dgm:cxn modelId="{085F72E4-1D6A-4350-B4C9-99E3FC1649F5}" type="presOf" srcId="{4B10C349-0965-4501-AE71-7D7EEC931221}" destId="{D1548B20-2DD3-4858-A51A-B6566BE9A4E2}" srcOrd="0" destOrd="0" presId="urn:microsoft.com/office/officeart/2005/8/layout/vList2"/>
    <dgm:cxn modelId="{435A639F-1BF4-4133-A6ED-71512AC92E6F}" type="presParOf" srcId="{0EC20C10-20C9-4025-B67E-AD5562C04F1C}" destId="{16BD49E0-C34B-4236-BACA-740A99AB0ED1}" srcOrd="0" destOrd="0" presId="urn:microsoft.com/office/officeart/2005/8/layout/vList2"/>
    <dgm:cxn modelId="{ED4F2271-C9F2-49D2-B59F-47F46A37A33F}" type="presParOf" srcId="{0EC20C10-20C9-4025-B67E-AD5562C04F1C}" destId="{3AEFD9F5-5017-4996-8008-84EBB2FD66A8}" srcOrd="1" destOrd="0" presId="urn:microsoft.com/office/officeart/2005/8/layout/vList2"/>
    <dgm:cxn modelId="{112B5905-07DA-4D53-B98D-31BB05904479}" type="presParOf" srcId="{0EC20C10-20C9-4025-B67E-AD5562C04F1C}" destId="{D1548B20-2DD3-4858-A51A-B6566BE9A4E2}" srcOrd="2" destOrd="0" presId="urn:microsoft.com/office/officeart/2005/8/layout/vList2"/>
    <dgm:cxn modelId="{85C5BEC1-07E7-4EBF-91A5-67BEF3075D24}" type="presParOf" srcId="{0EC20C10-20C9-4025-B67E-AD5562C04F1C}" destId="{7282A7D8-B62E-46B5-9289-57C16E940F8D}" srcOrd="3" destOrd="0" presId="urn:microsoft.com/office/officeart/2005/8/layout/vList2"/>
    <dgm:cxn modelId="{8429969B-28F8-420E-A791-16512F6FDF4A}" type="presParOf" srcId="{0EC20C10-20C9-4025-B67E-AD5562C04F1C}" destId="{5D664E2F-A680-4EF5-A874-DD06F5E89644}" srcOrd="4" destOrd="0" presId="urn:microsoft.com/office/officeart/2005/8/layout/vList2"/>
    <dgm:cxn modelId="{46B4F947-1379-408E-9E16-45E54DAA7CE2}" type="presParOf" srcId="{0EC20C10-20C9-4025-B67E-AD5562C04F1C}" destId="{20DACBD4-7352-40CB-B4CF-FE301E30DA6C}" srcOrd="5" destOrd="0" presId="urn:microsoft.com/office/officeart/2005/8/layout/vList2"/>
    <dgm:cxn modelId="{7023E4AF-F6BB-4EBD-AE36-52E84F7FE1CD}" type="presParOf" srcId="{0EC20C10-20C9-4025-B67E-AD5562C04F1C}" destId="{E1979500-BF2C-49EF-A1A8-3618C498F724}" srcOrd="6" destOrd="0" presId="urn:microsoft.com/office/officeart/2005/8/layout/vList2"/>
    <dgm:cxn modelId="{5CA5B4F5-77B0-45E8-9880-20B85CC504CF}" type="presParOf" srcId="{0EC20C10-20C9-4025-B67E-AD5562C04F1C}" destId="{398F089B-7C21-4A5F-B1E8-36C233B7C26B}" srcOrd="7" destOrd="0" presId="urn:microsoft.com/office/officeart/2005/8/layout/vList2"/>
    <dgm:cxn modelId="{1C6797E8-D823-4E25-BFC4-1183B7917638}" type="presParOf" srcId="{0EC20C10-20C9-4025-B67E-AD5562C04F1C}" destId="{665F6D7C-28B2-4ADC-9346-E6DD01922BE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C0A97C-95FC-4856-9E32-9E75ECD0B64E}">
      <dsp:nvSpPr>
        <dsp:cNvPr id="0" name=""/>
        <dsp:cNvSpPr/>
      </dsp:nvSpPr>
      <dsp:spPr>
        <a:xfrm>
          <a:off x="0" y="2073"/>
          <a:ext cx="11011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D05C84-FFB6-4954-B133-110EE9B391C6}">
      <dsp:nvSpPr>
        <dsp:cNvPr id="0" name=""/>
        <dsp:cNvSpPr/>
      </dsp:nvSpPr>
      <dsp:spPr>
        <a:xfrm>
          <a:off x="0" y="2073"/>
          <a:ext cx="2202259" cy="1414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Preprocessing:</a:t>
          </a:r>
        </a:p>
      </dsp:txBody>
      <dsp:txXfrm>
        <a:off x="0" y="2073"/>
        <a:ext cx="2202259" cy="1414389"/>
      </dsp:txXfrm>
    </dsp:sp>
    <dsp:sp modelId="{8BCA31D5-56F8-435D-ACE9-FD73998F8155}">
      <dsp:nvSpPr>
        <dsp:cNvPr id="0" name=""/>
        <dsp:cNvSpPr/>
      </dsp:nvSpPr>
      <dsp:spPr>
        <a:xfrm>
          <a:off x="2367428" y="24173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Resize images to 128x128 pixels and convert to NumPy arrays</a:t>
          </a:r>
        </a:p>
      </dsp:txBody>
      <dsp:txXfrm>
        <a:off x="2367428" y="24173"/>
        <a:ext cx="8643867" cy="441996"/>
      </dsp:txXfrm>
    </dsp:sp>
    <dsp:sp modelId="{7C113161-21E0-4598-909E-313391E0A2F9}">
      <dsp:nvSpPr>
        <dsp:cNvPr id="0" name=""/>
        <dsp:cNvSpPr/>
      </dsp:nvSpPr>
      <dsp:spPr>
        <a:xfrm>
          <a:off x="2202259" y="466170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D44F2-C8F1-4CDA-AAF0-37D743E1A5BD}">
      <dsp:nvSpPr>
        <dsp:cNvPr id="0" name=""/>
        <dsp:cNvSpPr/>
      </dsp:nvSpPr>
      <dsp:spPr>
        <a:xfrm>
          <a:off x="2367428" y="488270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augmentation: random flip, rotation, zoom, contrast</a:t>
          </a:r>
        </a:p>
      </dsp:txBody>
      <dsp:txXfrm>
        <a:off x="2367428" y="488270"/>
        <a:ext cx="8643867" cy="441996"/>
      </dsp:txXfrm>
    </dsp:sp>
    <dsp:sp modelId="{4561DF28-E7FA-4DE8-AA2B-93323552C4EB}">
      <dsp:nvSpPr>
        <dsp:cNvPr id="0" name=""/>
        <dsp:cNvSpPr/>
      </dsp:nvSpPr>
      <dsp:spPr>
        <a:xfrm>
          <a:off x="2202259" y="930267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516BD-D492-47C6-9137-38623469DBB7}">
      <dsp:nvSpPr>
        <dsp:cNvPr id="0" name=""/>
        <dsp:cNvSpPr/>
      </dsp:nvSpPr>
      <dsp:spPr>
        <a:xfrm>
          <a:off x="2367428" y="952366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2367428" y="952366"/>
        <a:ext cx="8643867" cy="441996"/>
      </dsp:txXfrm>
    </dsp:sp>
    <dsp:sp modelId="{D264E2BC-98C8-4EB4-9C60-05ED093D956F}">
      <dsp:nvSpPr>
        <dsp:cNvPr id="0" name=""/>
        <dsp:cNvSpPr/>
      </dsp:nvSpPr>
      <dsp:spPr>
        <a:xfrm>
          <a:off x="2202259" y="139436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FEFA0-5422-4B24-81AE-69E09F3AE6FD}">
      <dsp:nvSpPr>
        <dsp:cNvPr id="0" name=""/>
        <dsp:cNvSpPr/>
      </dsp:nvSpPr>
      <dsp:spPr>
        <a:xfrm>
          <a:off x="0" y="1416463"/>
          <a:ext cx="11011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4A8B57-563B-4E22-B32D-88A1F9C6B918}">
      <dsp:nvSpPr>
        <dsp:cNvPr id="0" name=""/>
        <dsp:cNvSpPr/>
      </dsp:nvSpPr>
      <dsp:spPr>
        <a:xfrm>
          <a:off x="0" y="1416463"/>
          <a:ext cx="2202259" cy="1414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chosen models:</a:t>
          </a:r>
        </a:p>
      </dsp:txBody>
      <dsp:txXfrm>
        <a:off x="0" y="1416463"/>
        <a:ext cx="2202259" cy="1414389"/>
      </dsp:txXfrm>
    </dsp:sp>
    <dsp:sp modelId="{698D6C58-4ACB-48F4-996D-777E030043E2}">
      <dsp:nvSpPr>
        <dsp:cNvPr id="0" name=""/>
        <dsp:cNvSpPr/>
      </dsp:nvSpPr>
      <dsp:spPr>
        <a:xfrm>
          <a:off x="2367428" y="1438563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Simple, convolution-free neural network (MLP)</a:t>
          </a:r>
        </a:p>
      </dsp:txBody>
      <dsp:txXfrm>
        <a:off x="2367428" y="1438563"/>
        <a:ext cx="8643867" cy="441996"/>
      </dsp:txXfrm>
    </dsp:sp>
    <dsp:sp modelId="{B84946AB-6DB6-4E36-8416-25C6CD7E40B4}">
      <dsp:nvSpPr>
        <dsp:cNvPr id="0" name=""/>
        <dsp:cNvSpPr/>
      </dsp:nvSpPr>
      <dsp:spPr>
        <a:xfrm>
          <a:off x="2202259" y="1880560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02E54F-81D7-4662-A11C-6EFAA1DBCC31}">
      <dsp:nvSpPr>
        <dsp:cNvPr id="0" name=""/>
        <dsp:cNvSpPr/>
      </dsp:nvSpPr>
      <dsp:spPr>
        <a:xfrm>
          <a:off x="2367428" y="1902660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Convolutional neural network</a:t>
          </a:r>
        </a:p>
      </dsp:txBody>
      <dsp:txXfrm>
        <a:off x="2367428" y="1902660"/>
        <a:ext cx="8643867" cy="441996"/>
      </dsp:txXfrm>
    </dsp:sp>
    <dsp:sp modelId="{1C9D7D4D-BA98-4E19-810D-DD6F714128AC}">
      <dsp:nvSpPr>
        <dsp:cNvPr id="0" name=""/>
        <dsp:cNvSpPr/>
      </dsp:nvSpPr>
      <dsp:spPr>
        <a:xfrm>
          <a:off x="2202259" y="2344656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CFE35E-3B23-457D-B2D7-C374329956C0}">
      <dsp:nvSpPr>
        <dsp:cNvPr id="0" name=""/>
        <dsp:cNvSpPr/>
      </dsp:nvSpPr>
      <dsp:spPr>
        <a:xfrm>
          <a:off x="2367428" y="2366756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Transfer learning model (DenseNet121)</a:t>
          </a:r>
        </a:p>
      </dsp:txBody>
      <dsp:txXfrm>
        <a:off x="2367428" y="2366756"/>
        <a:ext cx="8643867" cy="441996"/>
      </dsp:txXfrm>
    </dsp:sp>
    <dsp:sp modelId="{68FC58E4-9739-4A9F-956B-1C11A7B93027}">
      <dsp:nvSpPr>
        <dsp:cNvPr id="0" name=""/>
        <dsp:cNvSpPr/>
      </dsp:nvSpPr>
      <dsp:spPr>
        <a:xfrm>
          <a:off x="2202259" y="280875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07E16E-65AE-4AB1-AD65-F717BD114AB1}">
      <dsp:nvSpPr>
        <dsp:cNvPr id="0" name=""/>
        <dsp:cNvSpPr/>
      </dsp:nvSpPr>
      <dsp:spPr>
        <a:xfrm>
          <a:off x="0" y="2830853"/>
          <a:ext cx="110112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CC0BA-E987-4226-9C75-82A11B7D5808}">
      <dsp:nvSpPr>
        <dsp:cNvPr id="0" name=""/>
        <dsp:cNvSpPr/>
      </dsp:nvSpPr>
      <dsp:spPr>
        <a:xfrm>
          <a:off x="0" y="2830853"/>
          <a:ext cx="2202259" cy="14143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Evaluation metrics:</a:t>
          </a:r>
        </a:p>
      </dsp:txBody>
      <dsp:txXfrm>
        <a:off x="0" y="2830853"/>
        <a:ext cx="2202259" cy="1414389"/>
      </dsp:txXfrm>
    </dsp:sp>
    <dsp:sp modelId="{518FF538-9704-40A7-8BE4-0D22F0BAF536}">
      <dsp:nvSpPr>
        <dsp:cNvPr id="0" name=""/>
        <dsp:cNvSpPr/>
      </dsp:nvSpPr>
      <dsp:spPr>
        <a:xfrm>
          <a:off x="2367428" y="2852953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Recall/Precision/Accuracy</a:t>
          </a:r>
        </a:p>
      </dsp:txBody>
      <dsp:txXfrm>
        <a:off x="2367428" y="2852953"/>
        <a:ext cx="8643867" cy="441996"/>
      </dsp:txXfrm>
    </dsp:sp>
    <dsp:sp modelId="{59EF4C75-FACE-4DDB-B939-8ED88888E289}">
      <dsp:nvSpPr>
        <dsp:cNvPr id="0" name=""/>
        <dsp:cNvSpPr/>
      </dsp:nvSpPr>
      <dsp:spPr>
        <a:xfrm>
          <a:off x="2202259" y="3294950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18BACD-9DF6-4558-B7F3-E682FF698628}">
      <dsp:nvSpPr>
        <dsp:cNvPr id="0" name=""/>
        <dsp:cNvSpPr/>
      </dsp:nvSpPr>
      <dsp:spPr>
        <a:xfrm>
          <a:off x="2367428" y="3317049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Confusion matrices</a:t>
          </a:r>
        </a:p>
      </dsp:txBody>
      <dsp:txXfrm>
        <a:off x="2367428" y="3317049"/>
        <a:ext cx="8643867" cy="441996"/>
      </dsp:txXfrm>
    </dsp:sp>
    <dsp:sp modelId="{EC1A59E7-2EC6-4D97-94FB-C90A6CB271B4}">
      <dsp:nvSpPr>
        <dsp:cNvPr id="0" name=""/>
        <dsp:cNvSpPr/>
      </dsp:nvSpPr>
      <dsp:spPr>
        <a:xfrm>
          <a:off x="2202259" y="3759046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76AA1F-590F-40AC-A172-549131D2D160}">
      <dsp:nvSpPr>
        <dsp:cNvPr id="0" name=""/>
        <dsp:cNvSpPr/>
      </dsp:nvSpPr>
      <dsp:spPr>
        <a:xfrm>
          <a:off x="2367428" y="3781146"/>
          <a:ext cx="8643867" cy="441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2367428" y="3781146"/>
        <a:ext cx="8643867" cy="441996"/>
      </dsp:txXfrm>
    </dsp:sp>
    <dsp:sp modelId="{57B42508-C467-4BCA-9D17-1B430B417CFA}">
      <dsp:nvSpPr>
        <dsp:cNvPr id="0" name=""/>
        <dsp:cNvSpPr/>
      </dsp:nvSpPr>
      <dsp:spPr>
        <a:xfrm>
          <a:off x="2202259" y="4223143"/>
          <a:ext cx="8809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BD49E0-C34B-4236-BACA-740A99AB0ED1}">
      <dsp:nvSpPr>
        <dsp:cNvPr id="0" name=""/>
        <dsp:cNvSpPr/>
      </dsp:nvSpPr>
      <dsp:spPr>
        <a:xfrm>
          <a:off x="0" y="363867"/>
          <a:ext cx="6949440" cy="8353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DenseNet121 achieved the highest recall, minimizing false negatives — the most important clinical priority.</a:t>
          </a:r>
        </a:p>
      </dsp:txBody>
      <dsp:txXfrm>
        <a:off x="40780" y="404647"/>
        <a:ext cx="6867880" cy="753819"/>
      </dsp:txXfrm>
    </dsp:sp>
    <dsp:sp modelId="{D1548B20-2DD3-4858-A51A-B6566BE9A4E2}">
      <dsp:nvSpPr>
        <dsp:cNvPr id="0" name=""/>
        <dsp:cNvSpPr/>
      </dsp:nvSpPr>
      <dsp:spPr>
        <a:xfrm>
          <a:off x="0" y="1479181"/>
          <a:ext cx="6949440" cy="835379"/>
        </a:xfrm>
        <a:prstGeom prst="roundRect">
          <a:avLst/>
        </a:prstGeom>
        <a:solidFill>
          <a:schemeClr val="accent5">
            <a:hueOff val="2278582"/>
            <a:satOff val="-1026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augmentation and preprocessing were essential for generalization.</a:t>
          </a:r>
        </a:p>
      </dsp:txBody>
      <dsp:txXfrm>
        <a:off x="40780" y="1519961"/>
        <a:ext cx="6867880" cy="753819"/>
      </dsp:txXfrm>
    </dsp:sp>
    <dsp:sp modelId="{5D664E2F-A680-4EF5-A874-DD06F5E89644}">
      <dsp:nvSpPr>
        <dsp:cNvPr id="0" name=""/>
        <dsp:cNvSpPr/>
      </dsp:nvSpPr>
      <dsp:spPr>
        <a:xfrm>
          <a:off x="0" y="2475628"/>
          <a:ext cx="6949440" cy="835379"/>
        </a:xfrm>
        <a:prstGeom prst="roundRect">
          <a:avLst/>
        </a:prstGeom>
        <a:solidFill>
          <a:schemeClr val="accent5">
            <a:hueOff val="4557164"/>
            <a:satOff val="-2052"/>
            <a:lumOff val="-254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Interpretability analysis shows the model attends to meaningful lung regions.</a:t>
          </a:r>
        </a:p>
      </dsp:txBody>
      <dsp:txXfrm>
        <a:off x="40780" y="2516408"/>
        <a:ext cx="6867880" cy="753819"/>
      </dsp:txXfrm>
    </dsp:sp>
    <dsp:sp modelId="{E1979500-BF2C-49EF-A1A8-3618C498F724}">
      <dsp:nvSpPr>
        <dsp:cNvPr id="0" name=""/>
        <dsp:cNvSpPr/>
      </dsp:nvSpPr>
      <dsp:spPr>
        <a:xfrm>
          <a:off x="0" y="3545220"/>
          <a:ext cx="6949440" cy="835379"/>
        </a:xfrm>
        <a:prstGeom prst="roundRect">
          <a:avLst/>
        </a:prstGeom>
        <a:solidFill>
          <a:schemeClr val="accent5">
            <a:hueOff val="6835746"/>
            <a:satOff val="-3078"/>
            <a:lumOff val="-3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Dataset limitations (pediatric, single institution, class imbalance) restrict generalizability.</a:t>
          </a:r>
        </a:p>
      </dsp:txBody>
      <dsp:txXfrm>
        <a:off x="40780" y="3586000"/>
        <a:ext cx="6867880" cy="753819"/>
      </dsp:txXfrm>
    </dsp:sp>
    <dsp:sp modelId="{665F6D7C-28B2-4ADC-9346-E6DD01922BEE}">
      <dsp:nvSpPr>
        <dsp:cNvPr id="0" name=""/>
        <dsp:cNvSpPr/>
      </dsp:nvSpPr>
      <dsp:spPr>
        <a:xfrm>
          <a:off x="0" y="4605675"/>
          <a:ext cx="6949440" cy="835379"/>
        </a:xfrm>
        <a:prstGeom prst="roundRect">
          <a:avLst/>
        </a:prstGeom>
        <a:solidFill>
          <a:schemeClr val="accent5">
            <a:hueOff val="9114327"/>
            <a:satOff val="-4104"/>
            <a:lumOff val="-50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Future work: external validation, lung segmentation, and expanded datasets.</a:t>
          </a:r>
        </a:p>
      </dsp:txBody>
      <dsp:txXfrm>
        <a:off x="40780" y="4646455"/>
        <a:ext cx="6867880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8218A-0266-433A-82E0-E03435A07C2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2664F-D57F-4882-90C2-1B222C1188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49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MLP = Multi-layer perceptron</a:t>
            </a:r>
          </a:p>
          <a:p>
            <a:r>
              <a:rPr lang="en-US" dirty="0"/>
              <a:t>Emphasis on Recall because we need to minimize false negatives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2664F-D57F-4882-90C2-1B222C11880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17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out of 624 predictions were false negatives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02664F-D57F-4882-90C2-1B222C11880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223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61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2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ww.kaggle.com/datasets/paultimothymooney/chest-xray-pneumonia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5" name="Picture 4" descr="The radiologic figure of a skeleton">
            <a:extLst>
              <a:ext uri="{FF2B5EF4-FFF2-40B4-BE49-F238E27FC236}">
                <a16:creationId xmlns:a16="http://schemas.microsoft.com/office/drawing/2014/main" id="{85DE3CFF-0CB9-E884-E120-757ED27083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64" b="8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319558-333E-5BDF-03B7-EEC7DD10D2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US" sz="4100"/>
              <a:t>Detecting Pneumonia in Chest X-rays:</a:t>
            </a:r>
            <a:br>
              <a:rPr lang="en-US" sz="4100"/>
            </a:br>
            <a:r>
              <a:rPr lang="en-US" sz="4100"/>
              <a:t>A Deep Learning Approach for Automated Medical Diagnosis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2C29B-1F0A-7159-4378-D7334688F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400"/>
              <a:t>Adam Philips</a:t>
            </a:r>
          </a:p>
          <a:p>
            <a:pPr algn="l">
              <a:lnSpc>
                <a:spcPct val="110000"/>
              </a:lnSpc>
            </a:pPr>
            <a:endParaRPr lang="en-US" sz="1400"/>
          </a:p>
          <a:p>
            <a:pPr algn="l">
              <a:lnSpc>
                <a:spcPct val="110000"/>
              </a:lnSpc>
            </a:pPr>
            <a:r>
              <a:rPr lang="en-US" sz="1400"/>
              <a:t>Springboard Data Science Capstone Project</a:t>
            </a:r>
          </a:p>
          <a:p>
            <a:pPr algn="l">
              <a:lnSpc>
                <a:spcPct val="11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24550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75359-4E17-2740-0BBA-6B924B47A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142" y="161781"/>
            <a:ext cx="7588155" cy="803714"/>
          </a:xfrm>
        </p:spPr>
        <p:txBody>
          <a:bodyPr/>
          <a:lstStyle/>
          <a:p>
            <a:pPr algn="l"/>
            <a:r>
              <a:rPr lang="en-US" dirty="0"/>
              <a:t>The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8D0472-D44A-5ED7-C2B0-ADE559091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825" y="1209762"/>
            <a:ext cx="2388473" cy="1693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3215FD-71B2-C769-3229-0F406B450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606" y="1209762"/>
            <a:ext cx="2626813" cy="16939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E3CA99-F917-87E9-FF1B-47CEB1B41EA9}"/>
              </a:ext>
            </a:extLst>
          </p:cNvPr>
          <p:cNvSpPr txBox="1"/>
          <p:nvPr/>
        </p:nvSpPr>
        <p:spPr>
          <a:xfrm>
            <a:off x="6951046" y="2903687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Healthy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98AFA8-2990-FACA-5BB9-C1EB43EFFB54}"/>
              </a:ext>
            </a:extLst>
          </p:cNvPr>
          <p:cNvSpPr txBox="1"/>
          <p:nvPr/>
        </p:nvSpPr>
        <p:spPr>
          <a:xfrm>
            <a:off x="9682914" y="2903687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Pneumonia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7F20B-8DE4-EBF6-2132-B12B35C2E1D9}"/>
              </a:ext>
            </a:extLst>
          </p:cNvPr>
          <p:cNvSpPr txBox="1"/>
          <p:nvPr/>
        </p:nvSpPr>
        <p:spPr>
          <a:xfrm>
            <a:off x="122142" y="1209762"/>
            <a:ext cx="61447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Pneumonia is a serious respiratory infection that can be life‑threatening if not diagnosed and treated promptly.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Pneumonia accounts for 14% of all under-5 deaths worldwide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Traditional diagnosis relies heavily on radiologist interpretation of chest X‑ray images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ML tools can support faster, more consistent diagnosis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2558F5-F872-A468-381E-B8BFE484CEC9}"/>
              </a:ext>
            </a:extLst>
          </p:cNvPr>
          <p:cNvSpPr txBox="1"/>
          <p:nvPr/>
        </p:nvSpPr>
        <p:spPr>
          <a:xfrm>
            <a:off x="548118" y="4548999"/>
            <a:ext cx="11095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Can we develop a deep learning classifier that predicts whether a patient has pneumonia based on their chest X-ray image?</a:t>
            </a:r>
          </a:p>
        </p:txBody>
      </p:sp>
    </p:spTree>
    <p:extLst>
      <p:ext uri="{BB962C8B-B14F-4D97-AF65-F5344CB8AC3E}">
        <p14:creationId xmlns:p14="http://schemas.microsoft.com/office/powerpoint/2010/main" val="311455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5EC67-870B-89BF-38FD-104696A05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8439-1349-41A7-81B9-F179DF906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142" y="161781"/>
            <a:ext cx="7588155" cy="803714"/>
          </a:xfrm>
        </p:spPr>
        <p:txBody>
          <a:bodyPr/>
          <a:lstStyle/>
          <a:p>
            <a:pPr algn="l"/>
            <a:r>
              <a:rPr lang="en-US" dirty="0"/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BAC07-E282-9479-F9DF-D123F9B16144}"/>
              </a:ext>
            </a:extLst>
          </p:cNvPr>
          <p:cNvSpPr txBox="1"/>
          <p:nvPr/>
        </p:nvSpPr>
        <p:spPr>
          <a:xfrm>
            <a:off x="548118" y="5051919"/>
            <a:ext cx="11095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Can we develop a deep learning classifier that predicts whether a patient has pneumonia based on their chest X-ray image?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793094-1A17-687E-58CA-793DE3D00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468" y="1449085"/>
            <a:ext cx="4560172" cy="28851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4211C2-2F76-9D32-6E84-DADF90286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18" y="1934190"/>
            <a:ext cx="2388473" cy="1693925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A7B4B062-F90A-4242-4D53-A1F5ECD46D75}"/>
              </a:ext>
            </a:extLst>
          </p:cNvPr>
          <p:cNvSpPr/>
          <p:nvPr/>
        </p:nvSpPr>
        <p:spPr>
          <a:xfrm>
            <a:off x="3220449" y="2598575"/>
            <a:ext cx="695770" cy="236065"/>
          </a:xfrm>
          <a:prstGeom prst="rightArrow">
            <a:avLst/>
          </a:prstGeom>
          <a:solidFill>
            <a:srgbClr val="E069A6"/>
          </a:solidFill>
          <a:ln>
            <a:solidFill>
              <a:srgbClr val="E069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E0C1F2-81B1-77D2-21CF-66F2D4F8930D}"/>
              </a:ext>
            </a:extLst>
          </p:cNvPr>
          <p:cNvSpPr/>
          <p:nvPr/>
        </p:nvSpPr>
        <p:spPr>
          <a:xfrm>
            <a:off x="7525512" y="2313432"/>
            <a:ext cx="1052128" cy="448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07D52AD-2244-0AC3-8472-FA8B885BFFA6}"/>
              </a:ext>
            </a:extLst>
          </p:cNvPr>
          <p:cNvSpPr/>
          <p:nvPr/>
        </p:nvSpPr>
        <p:spPr>
          <a:xfrm>
            <a:off x="7703691" y="2525423"/>
            <a:ext cx="695770" cy="236065"/>
          </a:xfrm>
          <a:prstGeom prst="rightArrow">
            <a:avLst/>
          </a:prstGeom>
          <a:solidFill>
            <a:srgbClr val="41A2FA"/>
          </a:solidFill>
          <a:ln>
            <a:solidFill>
              <a:srgbClr val="41A2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5710D5-0A2C-B335-E5DB-A5E5F0B143C2}"/>
              </a:ext>
            </a:extLst>
          </p:cNvPr>
          <p:cNvSpPr txBox="1"/>
          <p:nvPr/>
        </p:nvSpPr>
        <p:spPr>
          <a:xfrm>
            <a:off x="8577640" y="2395728"/>
            <a:ext cx="2834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Prediction: Normal/Pneumonia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9F376A-7980-FC6B-67F8-6792F0C56FC9}"/>
              </a:ext>
            </a:extLst>
          </p:cNvPr>
          <p:cNvSpPr/>
          <p:nvPr/>
        </p:nvSpPr>
        <p:spPr>
          <a:xfrm>
            <a:off x="5504688" y="3886200"/>
            <a:ext cx="1170432" cy="448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9ACE04-F0B1-2608-5E21-CDA13115DA13}"/>
              </a:ext>
            </a:extLst>
          </p:cNvPr>
          <p:cNvSpPr/>
          <p:nvPr/>
        </p:nvSpPr>
        <p:spPr>
          <a:xfrm>
            <a:off x="5428488" y="1323304"/>
            <a:ext cx="1170432" cy="448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6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5289-87FF-A885-F07A-1D3DAEEDAA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099" y="308547"/>
            <a:ext cx="3870277" cy="669861"/>
          </a:xfrm>
        </p:spPr>
        <p:txBody>
          <a:bodyPr/>
          <a:lstStyle/>
          <a:p>
            <a:pPr algn="l"/>
            <a:r>
              <a:rPr lang="en-US" dirty="0"/>
              <a:t>The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C57421-C873-411B-5C7A-3706B8DC5642}"/>
              </a:ext>
            </a:extLst>
          </p:cNvPr>
          <p:cNvSpPr txBox="1"/>
          <p:nvPr/>
        </p:nvSpPr>
        <p:spPr>
          <a:xfrm>
            <a:off x="597408" y="3082785"/>
            <a:ext cx="10424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 5000 labeled chest X-ray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Two classes: Normal and Pneumonia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Pre-split into training and testing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Images are in grayscale and vary in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 imbalance: More positive cases than negative (74/26 split in training 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Includes pediatric patients, which may influence model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6520D-BDCA-3238-EA13-BE1CB35AAE3C}"/>
              </a:ext>
            </a:extLst>
          </p:cNvPr>
          <p:cNvSpPr txBox="1"/>
          <p:nvPr/>
        </p:nvSpPr>
        <p:spPr>
          <a:xfrm>
            <a:off x="496824" y="2561511"/>
            <a:ext cx="9003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https://www.kaggle.com/datasets/paultimothymooney/chest-xray-pneumonia</a:t>
            </a:r>
            <a:endParaRPr lang="en-US" dirty="0"/>
          </a:p>
        </p:txBody>
      </p:sp>
      <p:pic>
        <p:nvPicPr>
          <p:cNvPr id="1026" name="Picture 2" descr="Guangzhou Women and Children's Medical Center（A public, Class A Tertiary  women's and children's specialized hospital located in Guangzhou, Guangdong  Province, China, designated as the National Children's Regional Medical  Center (Central South Region ...">
            <a:extLst>
              <a:ext uri="{FF2B5EF4-FFF2-40B4-BE49-F238E27FC236}">
                <a16:creationId xmlns:a16="http://schemas.microsoft.com/office/drawing/2014/main" id="{2ACE33DF-4641-478B-9340-D234E7E84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318" y="358895"/>
            <a:ext cx="1797698" cy="1797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aggle - Wikipedia">
            <a:extLst>
              <a:ext uri="{FF2B5EF4-FFF2-40B4-BE49-F238E27FC236}">
                <a16:creationId xmlns:a16="http://schemas.microsoft.com/office/drawing/2014/main" id="{265218BD-CD79-3683-9831-AE593EF82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043" y="643477"/>
            <a:ext cx="343852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8884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61A5E-91DB-3F86-2C34-2288A467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F928B3-F0A9-F80E-BE5C-6600F95CC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E52067-E4D3-F8C1-097C-2094EB282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2373"/>
            <a:ext cx="6059058" cy="828228"/>
          </a:xfrm>
        </p:spPr>
        <p:txBody>
          <a:bodyPr>
            <a:normAutofit/>
          </a:bodyPr>
          <a:lstStyle/>
          <a:p>
            <a:r>
              <a:rPr lang="en-US" sz="4800" dirty="0"/>
              <a:t>Exploring the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2E8CC5-F319-891A-C8A5-41B9376AF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925" y="1152974"/>
            <a:ext cx="4995209" cy="4914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18B9DA-E0D3-ACAE-1B26-AD969E5ED829}"/>
              </a:ext>
            </a:extLst>
          </p:cNvPr>
          <p:cNvSpPr txBox="1"/>
          <p:nvPr/>
        </p:nvSpPr>
        <p:spPr>
          <a:xfrm>
            <a:off x="603504" y="1545336"/>
            <a:ext cx="4809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Images vary significantly in resolution (height and width).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Will need to resize in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03238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629763-EAC9-3D07-CC28-EE1F8D240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2373"/>
            <a:ext cx="6059058" cy="828228"/>
          </a:xfrm>
        </p:spPr>
        <p:txBody>
          <a:bodyPr>
            <a:normAutofit/>
          </a:bodyPr>
          <a:lstStyle/>
          <a:p>
            <a:r>
              <a:rPr lang="en-US" sz="4800" dirty="0"/>
              <a:t>Exploring the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F3FCE6-B9D8-F3F6-4507-EBFE20956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262" y="1371600"/>
            <a:ext cx="5400675" cy="411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5606EF-F645-0615-30A1-287BC78C2383}"/>
              </a:ext>
            </a:extLst>
          </p:cNvPr>
          <p:cNvSpPr txBox="1"/>
          <p:nvPr/>
        </p:nvSpPr>
        <p:spPr>
          <a:xfrm>
            <a:off x="713232" y="1600200"/>
            <a:ext cx="4407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Normal X-rays contain more pixels at values close to 0 (black)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Pneumonia X-rays contain more bright pixels</a:t>
            </a:r>
          </a:p>
        </p:txBody>
      </p:sp>
    </p:spTree>
    <p:extLst>
      <p:ext uri="{BB962C8B-B14F-4D97-AF65-F5344CB8AC3E}">
        <p14:creationId xmlns:p14="http://schemas.microsoft.com/office/powerpoint/2010/main" val="1484041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A2D9C-657B-AA60-8A2C-A26D69A77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432" y="377056"/>
            <a:ext cx="3193176" cy="549717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/>
              <a:t>Modeling</a:t>
            </a:r>
            <a:endParaRPr lang="en-US" sz="4800" dirty="0"/>
          </a:p>
        </p:txBody>
      </p:sp>
      <p:graphicFrame>
        <p:nvGraphicFramePr>
          <p:cNvPr id="16" name="TextBox 3">
            <a:extLst>
              <a:ext uri="{FF2B5EF4-FFF2-40B4-BE49-F238E27FC236}">
                <a16:creationId xmlns:a16="http://schemas.microsoft.com/office/drawing/2014/main" id="{C233D5A3-18D7-9B1D-9BF9-2459211764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9908121"/>
              </p:ext>
            </p:extLst>
          </p:nvPr>
        </p:nvGraphicFramePr>
        <p:xfrm>
          <a:off x="528432" y="1152144"/>
          <a:ext cx="11011296" cy="4247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772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0D1EE-3370-083C-F76C-170181DD7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976" y="236667"/>
            <a:ext cx="6914784" cy="942909"/>
          </a:xfrm>
        </p:spPr>
        <p:txBody>
          <a:bodyPr>
            <a:normAutofit/>
          </a:bodyPr>
          <a:lstStyle/>
          <a:p>
            <a:pPr algn="l"/>
            <a:r>
              <a:rPr lang="en-US" sz="4800" dirty="0"/>
              <a:t>Comparing the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155C5-6CD2-75F7-B0E9-3B0CFEBD40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423829"/>
              </p:ext>
            </p:extLst>
          </p:nvPr>
        </p:nvGraphicFramePr>
        <p:xfrm>
          <a:off x="1506955" y="2679467"/>
          <a:ext cx="8732252" cy="1807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063">
                  <a:extLst>
                    <a:ext uri="{9D8B030D-6E8A-4147-A177-3AD203B41FA5}">
                      <a16:colId xmlns:a16="http://schemas.microsoft.com/office/drawing/2014/main" val="3432415274"/>
                    </a:ext>
                  </a:extLst>
                </a:gridCol>
                <a:gridCol w="2183063">
                  <a:extLst>
                    <a:ext uri="{9D8B030D-6E8A-4147-A177-3AD203B41FA5}">
                      <a16:colId xmlns:a16="http://schemas.microsoft.com/office/drawing/2014/main" val="2943391427"/>
                    </a:ext>
                  </a:extLst>
                </a:gridCol>
                <a:gridCol w="2183063">
                  <a:extLst>
                    <a:ext uri="{9D8B030D-6E8A-4147-A177-3AD203B41FA5}">
                      <a16:colId xmlns:a16="http://schemas.microsoft.com/office/drawing/2014/main" val="1558839525"/>
                    </a:ext>
                  </a:extLst>
                </a:gridCol>
                <a:gridCol w="2183063">
                  <a:extLst>
                    <a:ext uri="{9D8B030D-6E8A-4147-A177-3AD203B41FA5}">
                      <a16:colId xmlns:a16="http://schemas.microsoft.com/office/drawing/2014/main" val="639539524"/>
                    </a:ext>
                  </a:extLst>
                </a:gridCol>
              </a:tblGrid>
              <a:tr h="451953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30854"/>
                  </a:ext>
                </a:extLst>
              </a:tr>
              <a:tr h="4519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810588"/>
                  </a:ext>
                </a:extLst>
              </a:tr>
              <a:tr h="4519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386133"/>
                  </a:ext>
                </a:extLst>
              </a:tr>
              <a:tr h="4519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DenseNet121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2464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E11A6B-8F60-4CEF-7CE5-A0FE9D95EB4A}"/>
              </a:ext>
            </a:extLst>
          </p:cNvPr>
          <p:cNvSpPr txBox="1"/>
          <p:nvPr/>
        </p:nvSpPr>
        <p:spPr>
          <a:xfrm>
            <a:off x="1506955" y="2217802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Test set:</a:t>
            </a:r>
          </a:p>
        </p:txBody>
      </p:sp>
    </p:spTree>
    <p:extLst>
      <p:ext uri="{BB962C8B-B14F-4D97-AF65-F5344CB8AC3E}">
        <p14:creationId xmlns:p14="http://schemas.microsoft.com/office/powerpoint/2010/main" val="1224381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05212-5E2F-C581-3D87-ABECE0DE5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592" y="200472"/>
            <a:ext cx="8249808" cy="913953"/>
          </a:xfrm>
        </p:spPr>
        <p:txBody>
          <a:bodyPr>
            <a:normAutofit/>
          </a:bodyPr>
          <a:lstStyle/>
          <a:p>
            <a:r>
              <a:rPr lang="en-US" sz="4800" dirty="0"/>
              <a:t>Densenet121 Predictions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10DE87-F716-FB15-4D4A-4DE516C85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412" y="1371600"/>
            <a:ext cx="482917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3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4D02DC-86D0-86A9-4404-26B11AF64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9CC0C-A4C3-F889-3E25-E84EB67597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592" y="229047"/>
            <a:ext cx="8000992" cy="837753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Where is the model looking?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52FB3-9933-2092-4B25-D7AAC19DA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341" y="1066800"/>
            <a:ext cx="4808459" cy="48989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21894C-0A29-2742-A974-C769A2E39B23}"/>
              </a:ext>
            </a:extLst>
          </p:cNvPr>
          <p:cNvSpPr txBox="1"/>
          <p:nvPr/>
        </p:nvSpPr>
        <p:spPr>
          <a:xfrm>
            <a:off x="1024128" y="1435608"/>
            <a:ext cx="35570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focuses on regions consistent with radiological signs of pneumonia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attention outside the lungs suggests potential for spurious correlations</a:t>
            </a:r>
          </a:p>
        </p:txBody>
      </p:sp>
    </p:spTree>
    <p:extLst>
      <p:ext uri="{BB962C8B-B14F-4D97-AF65-F5344CB8AC3E}">
        <p14:creationId xmlns:p14="http://schemas.microsoft.com/office/powerpoint/2010/main" val="1690437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D4C5C-ED0B-5716-9964-4B58573E0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9" y="548639"/>
            <a:ext cx="3494314" cy="57866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Conclusions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D95554CF-6268-7E10-B99E-5EC89879B4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276257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398168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6598</TotalTime>
  <Words>437</Words>
  <Application>Microsoft Office PowerPoint</Application>
  <PresentationFormat>Widescreen</PresentationFormat>
  <Paragraphs>84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Neue Haas Grotesk Text Pro</vt:lpstr>
      <vt:lpstr>VanillaVTI</vt:lpstr>
      <vt:lpstr>Detecting Pneumonia in Chest X-rays: A Deep Learning Approach for Automated Medical Diagnosis</vt:lpstr>
      <vt:lpstr>The Problem</vt:lpstr>
      <vt:lpstr>The Problem</vt:lpstr>
      <vt:lpstr>The Data</vt:lpstr>
      <vt:lpstr>Exploring the Data</vt:lpstr>
      <vt:lpstr>Exploring the Data</vt:lpstr>
      <vt:lpstr>Modeling</vt:lpstr>
      <vt:lpstr>Comparing the Models</vt:lpstr>
      <vt:lpstr>Densenet121 Predictions</vt:lpstr>
      <vt:lpstr>Where is the model looking?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Philips</dc:creator>
  <cp:lastModifiedBy>Adam Philips</cp:lastModifiedBy>
  <cp:revision>14</cp:revision>
  <dcterms:created xsi:type="dcterms:W3CDTF">2026-03-01T19:03:04Z</dcterms:created>
  <dcterms:modified xsi:type="dcterms:W3CDTF">2026-05-20T00:58:03Z</dcterms:modified>
</cp:coreProperties>
</file>